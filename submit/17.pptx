
<file path=[Content_Types].xml><?xml version="1.0" encoding="utf-8"?>
<Types xmlns="http://schemas.openxmlformats.org/package/2006/content-types">
  <Default Extension="jpeg" ContentType="image/jpeg"/>
  <Default Extension="JPG" ContentType="image/.jpg"/>
  <Default Extension="png" ContentType="image/png"/>
  <Default Extension="wdp" ContentType="image/vnd.ms-photo"/>
  <Default Extension="mp4" ContentType="video/mp4"/>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handoutMasterIdLst>
    <p:handoutMasterId r:id="rId32"/>
  </p:handoutMasterIdLst>
  <p:sldIdLst>
    <p:sldId id="777" r:id="rId3"/>
    <p:sldId id="843" r:id="rId5"/>
    <p:sldId id="866" r:id="rId6"/>
    <p:sldId id="776" r:id="rId7"/>
    <p:sldId id="779" r:id="rId8"/>
    <p:sldId id="842" r:id="rId9"/>
    <p:sldId id="860" r:id="rId10"/>
    <p:sldId id="829" r:id="rId11"/>
    <p:sldId id="861" r:id="rId12"/>
    <p:sldId id="862" r:id="rId13"/>
    <p:sldId id="863" r:id="rId14"/>
    <p:sldId id="864" r:id="rId15"/>
    <p:sldId id="844" r:id="rId16"/>
    <p:sldId id="851" r:id="rId17"/>
    <p:sldId id="854" r:id="rId18"/>
    <p:sldId id="855" r:id="rId19"/>
    <p:sldId id="856" r:id="rId20"/>
    <p:sldId id="845" r:id="rId21"/>
    <p:sldId id="853" r:id="rId22"/>
    <p:sldId id="857" r:id="rId23"/>
    <p:sldId id="858" r:id="rId24"/>
    <p:sldId id="868" r:id="rId25"/>
    <p:sldId id="846" r:id="rId26"/>
    <p:sldId id="850" r:id="rId27"/>
    <p:sldId id="867" r:id="rId28"/>
    <p:sldId id="849" r:id="rId29"/>
    <p:sldId id="869" r:id="rId30"/>
    <p:sldId id="832" r:id="rId31"/>
  </p:sldIdLst>
  <p:sldSz cx="12192000" cy="6858000"/>
  <p:notesSz cx="6858000" cy="9144000"/>
  <p:custDataLst>
    <p:tags r:id="rId37"/>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483810881" name="WPS_1679281038" initials="W" lastIdx="1" clrIdx="2"/>
  <p:cmAuthor id="1" name="123" initials="1" lastIdx="1" clrIdx="0"/>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showPr>
  <p:clrMru>
    <a:srgbClr val="FF2609"/>
    <a:srgbClr val="65CEF4"/>
    <a:srgbClr val="EEEEEE"/>
    <a:srgbClr val="014924"/>
    <a:srgbClr val="E7E6E5"/>
    <a:srgbClr val="E8E8E8"/>
    <a:srgbClr val="BFBFBF"/>
    <a:srgbClr val="22222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179" autoAdjust="0"/>
    <p:restoredTop sz="94660"/>
  </p:normalViewPr>
  <p:slideViewPr>
    <p:cSldViewPr snapToGrid="0">
      <p:cViewPr>
        <p:scale>
          <a:sx n="66" d="100"/>
          <a:sy n="66" d="100"/>
        </p:scale>
        <p:origin x="1554" y="726"/>
      </p:cViewPr>
      <p:guideLst/>
    </p:cSldViewPr>
  </p:slideViewPr>
  <p:notesTextViewPr>
    <p:cViewPr>
      <p:scale>
        <a:sx n="1" d="1"/>
        <a:sy n="1" d="1"/>
      </p:scale>
      <p:origin x="0" y="0"/>
    </p:cViewPr>
  </p:notesTextViewPr>
  <p:sorterViewPr>
    <p:cViewPr>
      <p:scale>
        <a:sx n="66" d="100"/>
        <a:sy n="66" d="100"/>
      </p:scale>
      <p:origin x="0" y="0"/>
    </p:cViewPr>
  </p:sorterViewPr>
  <p:notesViewPr>
    <p:cSldViewPr snapToGrid="0">
      <p:cViewPr varScale="1">
        <p:scale>
          <a:sx n="81" d="100"/>
          <a:sy n="81" d="100"/>
        </p:scale>
        <p:origin x="3474"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7" Type="http://schemas.openxmlformats.org/officeDocument/2006/relationships/tags" Target="tags/tag40.xml"/><Relationship Id="rId36" Type="http://schemas.openxmlformats.org/officeDocument/2006/relationships/commentAuthors" Target="commentAuthors.xml"/><Relationship Id="rId35" Type="http://schemas.openxmlformats.org/officeDocument/2006/relationships/tableStyles" Target="tableStyles.xml"/><Relationship Id="rId34" Type="http://schemas.openxmlformats.org/officeDocument/2006/relationships/viewProps" Target="viewProps.xml"/><Relationship Id="rId33" Type="http://schemas.openxmlformats.org/officeDocument/2006/relationships/presProps" Target="presProps.xml"/><Relationship Id="rId32" Type="http://schemas.openxmlformats.org/officeDocument/2006/relationships/handoutMaster" Target="handoutMasters/handoutMaster1.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D1CF01E-7679-46AD-BD36-A23A11BF84AB}"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C735F92-EA63-496E-83CB-B20A02D636E5}"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EF23912-F76B-44AA-AEEC-D62510CEF69C}"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7025F4-21EF-435D-81ED-3E98BA65D948}"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C7025F4-21EF-435D-81ED-3E98BA65D948}"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C7025F4-21EF-435D-81ED-3E98BA65D948}"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正文">
    <p:spTree>
      <p:nvGrpSpPr>
        <p:cNvPr id="1" name=""/>
        <p:cNvGrpSpPr/>
        <p:nvPr/>
      </p:nvGrpSpPr>
      <p:grpSpPr>
        <a:xfrm>
          <a:off x="0" y="0"/>
          <a:ext cx="0" cy="0"/>
          <a:chOff x="0" y="0"/>
          <a:chExt cx="0" cy="0"/>
        </a:xfrm>
      </p:grpSpPr>
      <p:sp>
        <p:nvSpPr>
          <p:cNvPr id="17" name="标题 16"/>
          <p:cNvSpPr>
            <a:spLocks noGrp="1"/>
          </p:cNvSpPr>
          <p:nvPr>
            <p:ph type="title"/>
          </p:nvPr>
        </p:nvSpPr>
        <p:spPr>
          <a:xfrm>
            <a:off x="479424" y="165734"/>
            <a:ext cx="11233151" cy="415498"/>
          </a:xfrm>
          <a:prstGeom prst="rect">
            <a:avLst/>
          </a:prstGeom>
          <a:noFill/>
        </p:spPr>
        <p:txBody>
          <a:bodyPr vert="horz" wrap="square" lIns="0" tIns="0" rIns="0" bIns="0" rtlCol="0" anchor="ctr">
            <a:spAutoFit/>
          </a:bodyPr>
          <a:lstStyle>
            <a:lvl1pPr marL="449580" indent="-449580">
              <a:buFont typeface="Wingdings" panose="05000000000000000000" pitchFamily="2" charset="2"/>
              <a:buChar char=""/>
              <a:defRPr lang="zh-CN" altLang="en-US" sz="3000" b="1" dirty="0">
                <a:solidFill>
                  <a:schemeClr val="bg1"/>
                </a:solidFill>
                <a:latin typeface="微软雅黑" panose="020B0503020204020204" pitchFamily="34" charset="-122"/>
                <a:ea typeface="微软雅黑" panose="020B0503020204020204" pitchFamily="34" charset="-122"/>
                <a:cs typeface="+mn-cs"/>
              </a:defRPr>
            </a:lvl1pPr>
          </a:lstStyle>
          <a:p>
            <a:pPr marL="533400" lvl="0" indent="-533400">
              <a:buFont typeface="Wingdings" panose="05000000000000000000" pitchFamily="2" charset="2"/>
              <a:buChar char=""/>
            </a:pPr>
            <a:endParaRPr lang="zh-CN" altLang="en-US" dirty="0"/>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showMasterSp="0" userDrawn="1">
  <p:cSld name="空白">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图片版式1">
    <p:spTree>
      <p:nvGrpSpPr>
        <p:cNvPr id="1" name=""/>
        <p:cNvGrpSpPr/>
        <p:nvPr/>
      </p:nvGrpSpPr>
      <p:grpSpPr>
        <a:xfrm>
          <a:off x="0" y="0"/>
          <a:ext cx="0" cy="0"/>
          <a:chOff x="0" y="0"/>
          <a:chExt cx="0" cy="0"/>
        </a:xfrm>
      </p:grpSpPr>
      <p:sp>
        <p:nvSpPr>
          <p:cNvPr id="5" name="图片占位符 4"/>
          <p:cNvSpPr>
            <a:spLocks noGrp="1"/>
          </p:cNvSpPr>
          <p:nvPr>
            <p:ph type="pic" sz="quarter" idx="10"/>
          </p:nvPr>
        </p:nvSpPr>
        <p:spPr>
          <a:xfrm>
            <a:off x="1157288" y="1489075"/>
            <a:ext cx="4637087" cy="1758950"/>
          </a:xfrm>
          <a:prstGeom prst="rect">
            <a:avLst/>
          </a:prstGeom>
          <a:blipFill dpi="0" rotWithShape="1">
            <a:blip r:embed="rId2"/>
            <a:srcRect/>
            <a:tile tx="0" ty="0" sx="70000" sy="70000" flip="none" algn="ctr"/>
          </a:blipFill>
        </p:spPr>
        <p:txBody>
          <a:bodyPr vert="horz" lIns="91440" tIns="45720" rIns="91440" bIns="45720" rtlCol="0">
            <a:normAutofit/>
          </a:bodyPr>
          <a:lstStyle>
            <a:lvl1pPr>
              <a:defRPr lang="zh-CN" altLang="en-US" dirty="0">
                <a:noFill/>
                <a:latin typeface="Arial" panose="020B0604020202020204" pitchFamily="34" charset="0"/>
                <a:ea typeface="微软雅黑" panose="020B0503020204020204" pitchFamily="34" charset="-122"/>
              </a:defRPr>
            </a:lvl1pPr>
          </a:lstStyle>
          <a:p>
            <a:pPr marL="0" lvl="0" indent="0">
              <a:buNone/>
            </a:pPr>
            <a:endParaRPr lang="zh-CN" altLang="en-US"/>
          </a:p>
        </p:txBody>
      </p:sp>
      <p:sp>
        <p:nvSpPr>
          <p:cNvPr id="6" name="图片占位符 4"/>
          <p:cNvSpPr>
            <a:spLocks noGrp="1"/>
          </p:cNvSpPr>
          <p:nvPr>
            <p:ph type="pic" sz="quarter" idx="11"/>
          </p:nvPr>
        </p:nvSpPr>
        <p:spPr>
          <a:xfrm>
            <a:off x="6396946" y="1489075"/>
            <a:ext cx="4637087" cy="1758950"/>
          </a:xfrm>
          <a:prstGeom prst="rect">
            <a:avLst/>
          </a:prstGeom>
          <a:blipFill dpi="0" rotWithShape="1">
            <a:blip r:embed="rId2"/>
            <a:srcRect/>
            <a:tile tx="0" ty="0" sx="70000" sy="70000" flip="none" algn="ctr"/>
          </a:blipFill>
        </p:spPr>
        <p:txBody>
          <a:bodyPr vert="horz" lIns="91440" tIns="45720" rIns="91440" bIns="45720" rtlCol="0">
            <a:normAutofit/>
          </a:bodyPr>
          <a:lstStyle>
            <a:lvl1pPr>
              <a:defRPr lang="zh-CN" altLang="en-US" dirty="0">
                <a:noFill/>
                <a:latin typeface="Arial" panose="020B0604020202020204" pitchFamily="34" charset="0"/>
                <a:ea typeface="微软雅黑" panose="020B0503020204020204" pitchFamily="34" charset="-122"/>
              </a:defRPr>
            </a:lvl1pPr>
          </a:lstStyle>
          <a:p>
            <a:pPr marL="0" lvl="0" indent="0">
              <a:buNone/>
            </a:pPr>
            <a:endParaRPr lang="zh-CN" altLang="en-US"/>
          </a:p>
        </p:txBody>
      </p:sp>
      <p:sp>
        <p:nvSpPr>
          <p:cNvPr id="17" name="标题 16"/>
          <p:cNvSpPr>
            <a:spLocks noGrp="1"/>
          </p:cNvSpPr>
          <p:nvPr>
            <p:ph type="title"/>
          </p:nvPr>
        </p:nvSpPr>
        <p:spPr>
          <a:xfrm>
            <a:off x="479424" y="165734"/>
            <a:ext cx="11233151" cy="415498"/>
          </a:xfrm>
          <a:prstGeom prst="rect">
            <a:avLst/>
          </a:prstGeom>
          <a:noFill/>
        </p:spPr>
        <p:txBody>
          <a:bodyPr vert="horz" wrap="square" lIns="0" tIns="0" rIns="0" bIns="0" rtlCol="0" anchor="ctr">
            <a:spAutoFit/>
          </a:bodyPr>
          <a:lstStyle>
            <a:lvl1pPr marL="449580" indent="-449580">
              <a:buFont typeface="Wingdings" panose="05000000000000000000" pitchFamily="2" charset="2"/>
              <a:buChar char=""/>
              <a:defRPr lang="zh-CN" altLang="en-US" sz="3000" b="1" dirty="0">
                <a:solidFill>
                  <a:schemeClr val="bg1"/>
                </a:solidFill>
                <a:latin typeface="微软雅黑" panose="020B0503020204020204" pitchFamily="34" charset="-122"/>
                <a:ea typeface="微软雅黑" panose="020B0503020204020204" pitchFamily="34" charset="-122"/>
                <a:cs typeface="+mn-cs"/>
              </a:defRPr>
            </a:lvl1pPr>
          </a:lstStyle>
          <a:p>
            <a:pPr marL="533400" lvl="0" indent="-533400">
              <a:buFont typeface="Wingdings" panose="05000000000000000000" pitchFamily="2" charset="2"/>
              <a:buChar char=""/>
            </a:pPr>
            <a:endParaRPr lang="zh-CN" altLang="en-US" dirty="0"/>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图片版式1">
    <p:spTree>
      <p:nvGrpSpPr>
        <p:cNvPr id="1" name=""/>
        <p:cNvGrpSpPr/>
        <p:nvPr/>
      </p:nvGrpSpPr>
      <p:grpSpPr>
        <a:xfrm>
          <a:off x="0" y="0"/>
          <a:ext cx="0" cy="0"/>
          <a:chOff x="0" y="0"/>
          <a:chExt cx="0" cy="0"/>
        </a:xfrm>
      </p:grpSpPr>
      <p:sp>
        <p:nvSpPr>
          <p:cNvPr id="5" name="图片占位符 4"/>
          <p:cNvSpPr>
            <a:spLocks noGrp="1"/>
          </p:cNvSpPr>
          <p:nvPr>
            <p:ph type="pic" sz="quarter" idx="10"/>
          </p:nvPr>
        </p:nvSpPr>
        <p:spPr>
          <a:xfrm>
            <a:off x="479426" y="1489075"/>
            <a:ext cx="3356534" cy="1758950"/>
          </a:xfrm>
          <a:prstGeom prst="rect">
            <a:avLst/>
          </a:prstGeom>
          <a:blipFill dpi="0" rotWithShape="1">
            <a:blip r:embed="rId2"/>
            <a:srcRect/>
            <a:tile tx="0" ty="0" sx="70000" sy="70000" flip="none" algn="ctr"/>
          </a:blipFill>
        </p:spPr>
        <p:txBody>
          <a:bodyPr vert="horz" lIns="91440" tIns="45720" rIns="91440" bIns="45720" rtlCol="0">
            <a:normAutofit/>
          </a:bodyPr>
          <a:lstStyle>
            <a:lvl1pPr>
              <a:defRPr lang="zh-CN" altLang="en-US" dirty="0">
                <a:noFill/>
                <a:latin typeface="Arial" panose="020B0604020202020204" pitchFamily="34" charset="0"/>
                <a:ea typeface="微软雅黑" panose="020B0503020204020204" pitchFamily="34" charset="-122"/>
              </a:defRPr>
            </a:lvl1pPr>
          </a:lstStyle>
          <a:p>
            <a:pPr marL="0" lvl="0" indent="0">
              <a:buNone/>
            </a:pPr>
            <a:endParaRPr lang="zh-CN" altLang="en-US" dirty="0"/>
          </a:p>
        </p:txBody>
      </p:sp>
      <p:sp>
        <p:nvSpPr>
          <p:cNvPr id="10" name="图片占位符 4"/>
          <p:cNvSpPr>
            <a:spLocks noGrp="1"/>
          </p:cNvSpPr>
          <p:nvPr>
            <p:ph type="pic" sz="quarter" idx="11"/>
          </p:nvPr>
        </p:nvSpPr>
        <p:spPr>
          <a:xfrm>
            <a:off x="4417733" y="1489075"/>
            <a:ext cx="3356534" cy="1758950"/>
          </a:xfrm>
          <a:prstGeom prst="rect">
            <a:avLst/>
          </a:prstGeom>
          <a:blipFill dpi="0" rotWithShape="1">
            <a:blip r:embed="rId2"/>
            <a:srcRect/>
            <a:tile tx="0" ty="0" sx="70000" sy="70000" flip="none" algn="ctr"/>
          </a:blipFill>
        </p:spPr>
        <p:txBody>
          <a:bodyPr vert="horz" lIns="91440" tIns="45720" rIns="91440" bIns="45720" rtlCol="0">
            <a:normAutofit/>
          </a:bodyPr>
          <a:lstStyle>
            <a:lvl1pPr>
              <a:defRPr lang="zh-CN" altLang="en-US" dirty="0">
                <a:noFill/>
                <a:latin typeface="Arial" panose="020B0604020202020204" pitchFamily="34" charset="0"/>
                <a:ea typeface="微软雅黑" panose="020B0503020204020204" pitchFamily="34" charset="-122"/>
              </a:defRPr>
            </a:lvl1pPr>
          </a:lstStyle>
          <a:p>
            <a:pPr marL="0" lvl="0" indent="0">
              <a:buNone/>
            </a:pPr>
            <a:endParaRPr lang="zh-CN" altLang="en-US" dirty="0"/>
          </a:p>
        </p:txBody>
      </p:sp>
      <p:sp>
        <p:nvSpPr>
          <p:cNvPr id="11" name="图片占位符 4"/>
          <p:cNvSpPr>
            <a:spLocks noGrp="1"/>
          </p:cNvSpPr>
          <p:nvPr>
            <p:ph type="pic" sz="quarter" idx="12"/>
          </p:nvPr>
        </p:nvSpPr>
        <p:spPr>
          <a:xfrm>
            <a:off x="8356035" y="1489075"/>
            <a:ext cx="3356534" cy="1758950"/>
          </a:xfrm>
          <a:prstGeom prst="rect">
            <a:avLst/>
          </a:prstGeom>
          <a:blipFill dpi="0" rotWithShape="1">
            <a:blip r:embed="rId2"/>
            <a:srcRect/>
            <a:tile tx="0" ty="0" sx="70000" sy="70000" flip="none" algn="ctr"/>
          </a:blipFill>
        </p:spPr>
        <p:txBody>
          <a:bodyPr vert="horz" lIns="91440" tIns="45720" rIns="91440" bIns="45720" rtlCol="0">
            <a:normAutofit/>
          </a:bodyPr>
          <a:lstStyle>
            <a:lvl1pPr>
              <a:defRPr lang="zh-CN" altLang="en-US" dirty="0">
                <a:noFill/>
                <a:latin typeface="Arial" panose="020B0604020202020204" pitchFamily="34" charset="0"/>
                <a:ea typeface="微软雅黑" panose="020B0503020204020204" pitchFamily="34" charset="-122"/>
              </a:defRPr>
            </a:lvl1pPr>
          </a:lstStyle>
          <a:p>
            <a:pPr marL="0" lvl="0" indent="0">
              <a:buNone/>
            </a:pPr>
            <a:endParaRPr lang="zh-CN" altLang="en-US" dirty="0"/>
          </a:p>
        </p:txBody>
      </p:sp>
      <p:sp>
        <p:nvSpPr>
          <p:cNvPr id="17" name="标题 16"/>
          <p:cNvSpPr>
            <a:spLocks noGrp="1"/>
          </p:cNvSpPr>
          <p:nvPr>
            <p:ph type="title"/>
          </p:nvPr>
        </p:nvSpPr>
        <p:spPr>
          <a:xfrm>
            <a:off x="479424" y="165734"/>
            <a:ext cx="11233151" cy="415498"/>
          </a:xfrm>
          <a:prstGeom prst="rect">
            <a:avLst/>
          </a:prstGeom>
          <a:noFill/>
        </p:spPr>
        <p:txBody>
          <a:bodyPr vert="horz" wrap="square" lIns="0" tIns="0" rIns="0" bIns="0" rtlCol="0" anchor="ctr">
            <a:spAutoFit/>
          </a:bodyPr>
          <a:lstStyle>
            <a:lvl1pPr marL="449580" indent="-449580">
              <a:buFont typeface="Wingdings" panose="05000000000000000000" pitchFamily="2" charset="2"/>
              <a:buChar char=""/>
              <a:defRPr lang="zh-CN" altLang="en-US" sz="3000" b="1" dirty="0">
                <a:solidFill>
                  <a:schemeClr val="bg1"/>
                </a:solidFill>
                <a:latin typeface="微软雅黑" panose="020B0503020204020204" pitchFamily="34" charset="-122"/>
                <a:ea typeface="微软雅黑" panose="020B0503020204020204" pitchFamily="34" charset="-122"/>
                <a:cs typeface="+mn-cs"/>
              </a:defRPr>
            </a:lvl1pPr>
          </a:lstStyle>
          <a:p>
            <a:pPr marL="533400" lvl="0" indent="-533400">
              <a:buFont typeface="Wingdings" panose="05000000000000000000" pitchFamily="2" charset="2"/>
              <a:buChar char=""/>
            </a:pPr>
            <a:endParaRPr lang="zh-CN" altLang="en-US" dirty="0"/>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图片版式1">
    <p:spTree>
      <p:nvGrpSpPr>
        <p:cNvPr id="1" name=""/>
        <p:cNvGrpSpPr/>
        <p:nvPr/>
      </p:nvGrpSpPr>
      <p:grpSpPr>
        <a:xfrm>
          <a:off x="0" y="0"/>
          <a:ext cx="0" cy="0"/>
          <a:chOff x="0" y="0"/>
          <a:chExt cx="0" cy="0"/>
        </a:xfrm>
      </p:grpSpPr>
      <p:sp>
        <p:nvSpPr>
          <p:cNvPr id="5" name="图片占位符 4"/>
          <p:cNvSpPr>
            <a:spLocks noGrp="1"/>
          </p:cNvSpPr>
          <p:nvPr>
            <p:ph type="pic" sz="quarter" idx="10"/>
          </p:nvPr>
        </p:nvSpPr>
        <p:spPr>
          <a:xfrm>
            <a:off x="505534" y="1531257"/>
            <a:ext cx="2232000" cy="2149200"/>
          </a:xfrm>
          <a:prstGeom prst="rect">
            <a:avLst/>
          </a:prstGeom>
          <a:blipFill dpi="0" rotWithShape="1">
            <a:blip r:embed="rId2"/>
            <a:srcRect/>
            <a:tile tx="0" ty="0" sx="70000" sy="70000" flip="none" algn="ctr"/>
          </a:blipFill>
        </p:spPr>
        <p:txBody>
          <a:bodyPr vert="horz" lIns="91440" tIns="45720" rIns="91440" bIns="45720" rtlCol="0">
            <a:normAutofit/>
          </a:bodyPr>
          <a:lstStyle>
            <a:lvl1pPr>
              <a:defRPr lang="zh-CN" altLang="en-US" dirty="0">
                <a:noFill/>
                <a:latin typeface="Arial" panose="020B0604020202020204" pitchFamily="34" charset="0"/>
                <a:ea typeface="微软雅黑" panose="020B0503020204020204" pitchFamily="34" charset="-122"/>
              </a:defRPr>
            </a:lvl1pPr>
          </a:lstStyle>
          <a:p>
            <a:pPr marL="0" lvl="0" indent="0">
              <a:buNone/>
            </a:pPr>
            <a:endParaRPr lang="zh-CN" altLang="en-US" dirty="0"/>
          </a:p>
        </p:txBody>
      </p:sp>
      <p:sp>
        <p:nvSpPr>
          <p:cNvPr id="8" name="图片占位符 4"/>
          <p:cNvSpPr>
            <a:spLocks noGrp="1"/>
          </p:cNvSpPr>
          <p:nvPr>
            <p:ph type="pic" sz="quarter" idx="11"/>
          </p:nvPr>
        </p:nvSpPr>
        <p:spPr>
          <a:xfrm>
            <a:off x="4990266" y="1531257"/>
            <a:ext cx="2232000" cy="2149200"/>
          </a:xfrm>
          <a:prstGeom prst="rect">
            <a:avLst/>
          </a:prstGeom>
          <a:blipFill dpi="0" rotWithShape="1">
            <a:blip r:embed="rId2"/>
            <a:srcRect/>
            <a:tile tx="0" ty="0" sx="70000" sy="70000" flip="none" algn="ctr"/>
          </a:blipFill>
        </p:spPr>
        <p:txBody>
          <a:bodyPr vert="horz" lIns="91440" tIns="45720" rIns="91440" bIns="45720" rtlCol="0">
            <a:normAutofit/>
          </a:bodyPr>
          <a:lstStyle>
            <a:lvl1pPr>
              <a:defRPr lang="zh-CN" altLang="en-US" dirty="0">
                <a:noFill/>
                <a:latin typeface="Arial" panose="020B0604020202020204" pitchFamily="34" charset="0"/>
                <a:ea typeface="微软雅黑" panose="020B0503020204020204" pitchFamily="34" charset="-122"/>
              </a:defRPr>
            </a:lvl1pPr>
          </a:lstStyle>
          <a:p>
            <a:pPr marL="0" lvl="0" indent="0">
              <a:buNone/>
            </a:pPr>
            <a:endParaRPr lang="zh-CN" altLang="en-US" dirty="0"/>
          </a:p>
        </p:txBody>
      </p:sp>
      <p:sp>
        <p:nvSpPr>
          <p:cNvPr id="9" name="图片占位符 4"/>
          <p:cNvSpPr>
            <a:spLocks noGrp="1"/>
          </p:cNvSpPr>
          <p:nvPr>
            <p:ph type="pic" sz="quarter" idx="12"/>
          </p:nvPr>
        </p:nvSpPr>
        <p:spPr>
          <a:xfrm>
            <a:off x="9474999" y="1531257"/>
            <a:ext cx="2232000" cy="2149200"/>
          </a:xfrm>
          <a:prstGeom prst="rect">
            <a:avLst/>
          </a:prstGeom>
          <a:blipFill dpi="0" rotWithShape="1">
            <a:blip r:embed="rId2"/>
            <a:srcRect/>
            <a:tile tx="0" ty="0" sx="70000" sy="70000" flip="none" algn="ctr"/>
          </a:blipFill>
        </p:spPr>
        <p:txBody>
          <a:bodyPr vert="horz" lIns="91440" tIns="45720" rIns="91440" bIns="45720" rtlCol="0">
            <a:normAutofit/>
          </a:bodyPr>
          <a:lstStyle>
            <a:lvl1pPr>
              <a:defRPr lang="zh-CN" altLang="en-US" dirty="0">
                <a:noFill/>
                <a:latin typeface="Arial" panose="020B0604020202020204" pitchFamily="34" charset="0"/>
                <a:ea typeface="微软雅黑" panose="020B0503020204020204" pitchFamily="34" charset="-122"/>
              </a:defRPr>
            </a:lvl1pPr>
          </a:lstStyle>
          <a:p>
            <a:pPr marL="0" lvl="0" indent="0">
              <a:buNone/>
            </a:pPr>
            <a:endParaRPr lang="zh-CN" altLang="en-US" dirty="0"/>
          </a:p>
        </p:txBody>
      </p:sp>
      <p:sp>
        <p:nvSpPr>
          <p:cNvPr id="12" name="图片占位符 4"/>
          <p:cNvSpPr>
            <a:spLocks noGrp="1"/>
          </p:cNvSpPr>
          <p:nvPr>
            <p:ph type="pic" sz="quarter" idx="13"/>
          </p:nvPr>
        </p:nvSpPr>
        <p:spPr>
          <a:xfrm>
            <a:off x="2745360" y="3678467"/>
            <a:ext cx="2232000" cy="2149200"/>
          </a:xfrm>
          <a:prstGeom prst="rect">
            <a:avLst/>
          </a:prstGeom>
          <a:blipFill dpi="0" rotWithShape="1">
            <a:blip r:embed="rId2"/>
            <a:srcRect/>
            <a:tile tx="0" ty="0" sx="70000" sy="70000" flip="none" algn="ctr"/>
          </a:blipFill>
        </p:spPr>
        <p:txBody>
          <a:bodyPr vert="horz" lIns="91440" tIns="45720" rIns="91440" bIns="45720" rtlCol="0">
            <a:normAutofit/>
          </a:bodyPr>
          <a:lstStyle>
            <a:lvl1pPr>
              <a:defRPr lang="zh-CN" altLang="en-US" dirty="0">
                <a:noFill/>
                <a:latin typeface="Arial" panose="020B0604020202020204" pitchFamily="34" charset="0"/>
                <a:ea typeface="微软雅黑" panose="020B0503020204020204" pitchFamily="34" charset="-122"/>
              </a:defRPr>
            </a:lvl1pPr>
          </a:lstStyle>
          <a:p>
            <a:pPr marL="0" lvl="0" indent="0">
              <a:buNone/>
            </a:pPr>
            <a:endParaRPr lang="zh-CN" altLang="en-US" dirty="0"/>
          </a:p>
        </p:txBody>
      </p:sp>
      <p:sp>
        <p:nvSpPr>
          <p:cNvPr id="13" name="图片占位符 4"/>
          <p:cNvSpPr>
            <a:spLocks noGrp="1"/>
          </p:cNvSpPr>
          <p:nvPr>
            <p:ph type="pic" sz="quarter" idx="14"/>
          </p:nvPr>
        </p:nvSpPr>
        <p:spPr>
          <a:xfrm>
            <a:off x="7235172" y="3678467"/>
            <a:ext cx="2232000" cy="2149200"/>
          </a:xfrm>
          <a:prstGeom prst="rect">
            <a:avLst/>
          </a:prstGeom>
          <a:blipFill dpi="0" rotWithShape="1">
            <a:blip r:embed="rId2"/>
            <a:srcRect/>
            <a:tile tx="0" ty="0" sx="70000" sy="70000" flip="none" algn="ctr"/>
          </a:blipFill>
        </p:spPr>
        <p:txBody>
          <a:bodyPr vert="horz" lIns="91440" tIns="45720" rIns="91440" bIns="45720" rtlCol="0">
            <a:normAutofit/>
          </a:bodyPr>
          <a:lstStyle>
            <a:lvl1pPr>
              <a:defRPr lang="zh-CN" altLang="en-US" dirty="0">
                <a:noFill/>
                <a:latin typeface="Arial" panose="020B0604020202020204" pitchFamily="34" charset="0"/>
                <a:ea typeface="微软雅黑" panose="020B0503020204020204" pitchFamily="34" charset="-122"/>
              </a:defRPr>
            </a:lvl1pPr>
          </a:lstStyle>
          <a:p>
            <a:pPr marL="0" lvl="0" indent="0">
              <a:buNone/>
            </a:pPr>
            <a:endParaRPr lang="zh-CN" altLang="en-US" dirty="0"/>
          </a:p>
        </p:txBody>
      </p:sp>
      <p:sp>
        <p:nvSpPr>
          <p:cNvPr id="17" name="标题 16"/>
          <p:cNvSpPr>
            <a:spLocks noGrp="1"/>
          </p:cNvSpPr>
          <p:nvPr>
            <p:ph type="title"/>
          </p:nvPr>
        </p:nvSpPr>
        <p:spPr>
          <a:xfrm>
            <a:off x="479424" y="165734"/>
            <a:ext cx="11233151" cy="415498"/>
          </a:xfrm>
          <a:prstGeom prst="rect">
            <a:avLst/>
          </a:prstGeom>
          <a:noFill/>
        </p:spPr>
        <p:txBody>
          <a:bodyPr vert="horz" wrap="square" lIns="0" tIns="0" rIns="0" bIns="0" rtlCol="0" anchor="ctr">
            <a:spAutoFit/>
          </a:bodyPr>
          <a:lstStyle>
            <a:lvl1pPr marL="449580" indent="-449580">
              <a:buFont typeface="Wingdings" panose="05000000000000000000" pitchFamily="2" charset="2"/>
              <a:buChar char=""/>
              <a:defRPr lang="zh-CN" altLang="en-US" sz="3000" b="1" dirty="0">
                <a:solidFill>
                  <a:schemeClr val="bg1"/>
                </a:solidFill>
                <a:latin typeface="微软雅黑" panose="020B0503020204020204" pitchFamily="34" charset="-122"/>
                <a:ea typeface="微软雅黑" panose="020B0503020204020204" pitchFamily="34" charset="-122"/>
                <a:cs typeface="+mn-cs"/>
              </a:defRPr>
            </a:lvl1pPr>
          </a:lstStyle>
          <a:p>
            <a:pPr marL="533400" lvl="0" indent="-533400">
              <a:buFont typeface="Wingdings" panose="05000000000000000000" pitchFamily="2" charset="2"/>
              <a:buChar char=""/>
            </a:pPr>
            <a:endParaRPr lang="zh-CN" altLang="en-US" dirty="0"/>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图片版式1">
    <p:spTree>
      <p:nvGrpSpPr>
        <p:cNvPr id="1" name=""/>
        <p:cNvGrpSpPr/>
        <p:nvPr/>
      </p:nvGrpSpPr>
      <p:grpSpPr>
        <a:xfrm>
          <a:off x="0" y="0"/>
          <a:ext cx="0" cy="0"/>
          <a:chOff x="0" y="0"/>
          <a:chExt cx="0" cy="0"/>
        </a:xfrm>
      </p:grpSpPr>
      <p:sp>
        <p:nvSpPr>
          <p:cNvPr id="12" name="图片占位符 4"/>
          <p:cNvSpPr>
            <a:spLocks noGrp="1"/>
          </p:cNvSpPr>
          <p:nvPr>
            <p:ph type="pic" sz="quarter" idx="13"/>
          </p:nvPr>
        </p:nvSpPr>
        <p:spPr>
          <a:xfrm>
            <a:off x="479424" y="3678467"/>
            <a:ext cx="7532462" cy="2149200"/>
          </a:xfrm>
          <a:prstGeom prst="rect">
            <a:avLst/>
          </a:prstGeom>
          <a:blipFill dpi="0" rotWithShape="1">
            <a:blip r:embed="rId2"/>
            <a:srcRect/>
            <a:tile tx="0" ty="0" sx="70000" sy="70000" flip="none" algn="ctr"/>
          </a:blipFill>
        </p:spPr>
        <p:txBody>
          <a:bodyPr vert="horz" lIns="91440" tIns="45720" rIns="91440" bIns="45720" rtlCol="0">
            <a:normAutofit/>
          </a:bodyPr>
          <a:lstStyle>
            <a:lvl1pPr>
              <a:defRPr lang="zh-CN" altLang="en-US" dirty="0">
                <a:noFill/>
                <a:latin typeface="Arial" panose="020B0604020202020204" pitchFamily="34" charset="0"/>
                <a:ea typeface="微软雅黑" panose="020B0503020204020204" pitchFamily="34" charset="-122"/>
              </a:defRPr>
            </a:lvl1pPr>
          </a:lstStyle>
          <a:p>
            <a:pPr marL="0" lvl="0" indent="0">
              <a:buNone/>
            </a:pPr>
            <a:endParaRPr lang="zh-CN" altLang="en-US" dirty="0"/>
          </a:p>
        </p:txBody>
      </p:sp>
      <p:sp>
        <p:nvSpPr>
          <p:cNvPr id="13" name="图片占位符 4"/>
          <p:cNvSpPr>
            <a:spLocks noGrp="1"/>
          </p:cNvSpPr>
          <p:nvPr>
            <p:ph type="pic" sz="quarter" idx="14"/>
          </p:nvPr>
        </p:nvSpPr>
        <p:spPr>
          <a:xfrm>
            <a:off x="8157029" y="3678467"/>
            <a:ext cx="3555546" cy="2149200"/>
          </a:xfrm>
          <a:prstGeom prst="rect">
            <a:avLst/>
          </a:prstGeom>
          <a:blipFill dpi="0" rotWithShape="1">
            <a:blip r:embed="rId2"/>
            <a:srcRect/>
            <a:tile tx="0" ty="0" sx="70000" sy="70000" flip="none" algn="ctr"/>
          </a:blipFill>
        </p:spPr>
        <p:txBody>
          <a:bodyPr vert="horz" lIns="91440" tIns="45720" rIns="91440" bIns="45720" rtlCol="0">
            <a:normAutofit/>
          </a:bodyPr>
          <a:lstStyle>
            <a:lvl1pPr>
              <a:defRPr lang="zh-CN" altLang="en-US" dirty="0">
                <a:noFill/>
                <a:latin typeface="Arial" panose="020B0604020202020204" pitchFamily="34" charset="0"/>
                <a:ea typeface="微软雅黑" panose="020B0503020204020204" pitchFamily="34" charset="-122"/>
              </a:defRPr>
            </a:lvl1pPr>
          </a:lstStyle>
          <a:p>
            <a:pPr marL="0" lvl="0" indent="0">
              <a:buNone/>
            </a:pPr>
            <a:endParaRPr lang="zh-CN" altLang="en-US" dirty="0"/>
          </a:p>
        </p:txBody>
      </p:sp>
      <p:sp>
        <p:nvSpPr>
          <p:cNvPr id="17" name="标题 16"/>
          <p:cNvSpPr>
            <a:spLocks noGrp="1"/>
          </p:cNvSpPr>
          <p:nvPr>
            <p:ph type="title"/>
          </p:nvPr>
        </p:nvSpPr>
        <p:spPr>
          <a:xfrm>
            <a:off x="479424" y="165734"/>
            <a:ext cx="11233151" cy="415498"/>
          </a:xfrm>
          <a:prstGeom prst="rect">
            <a:avLst/>
          </a:prstGeom>
          <a:noFill/>
        </p:spPr>
        <p:txBody>
          <a:bodyPr vert="horz" wrap="square" lIns="0" tIns="0" rIns="0" bIns="0" rtlCol="0" anchor="ctr">
            <a:spAutoFit/>
          </a:bodyPr>
          <a:lstStyle>
            <a:lvl1pPr marL="449580" indent="-449580">
              <a:buFont typeface="Wingdings" panose="05000000000000000000" pitchFamily="2" charset="2"/>
              <a:buChar char=""/>
              <a:defRPr lang="zh-CN" altLang="en-US" sz="3000" b="1" dirty="0">
                <a:solidFill>
                  <a:schemeClr val="bg1"/>
                </a:solidFill>
                <a:latin typeface="微软雅黑" panose="020B0503020204020204" pitchFamily="34" charset="-122"/>
                <a:ea typeface="微软雅黑" panose="020B0503020204020204" pitchFamily="34" charset="-122"/>
                <a:cs typeface="+mn-cs"/>
              </a:defRPr>
            </a:lvl1pPr>
          </a:lstStyle>
          <a:p>
            <a:pPr marL="533400" lvl="0" indent="-533400">
              <a:buFont typeface="Wingdings" panose="05000000000000000000" pitchFamily="2" charset="2"/>
              <a:buChar char=""/>
            </a:pPr>
            <a:endParaRPr lang="zh-CN" altLang="en-US" dirty="0"/>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图片版式1">
    <p:spTree>
      <p:nvGrpSpPr>
        <p:cNvPr id="1" name=""/>
        <p:cNvGrpSpPr/>
        <p:nvPr/>
      </p:nvGrpSpPr>
      <p:grpSpPr>
        <a:xfrm>
          <a:off x="0" y="0"/>
          <a:ext cx="0" cy="0"/>
          <a:chOff x="0" y="0"/>
          <a:chExt cx="0" cy="0"/>
        </a:xfrm>
      </p:grpSpPr>
      <p:sp>
        <p:nvSpPr>
          <p:cNvPr id="5" name="图片占位符 4"/>
          <p:cNvSpPr>
            <a:spLocks noGrp="1"/>
          </p:cNvSpPr>
          <p:nvPr>
            <p:ph type="pic" sz="quarter" idx="13"/>
          </p:nvPr>
        </p:nvSpPr>
        <p:spPr>
          <a:xfrm>
            <a:off x="502302" y="1629270"/>
            <a:ext cx="3492669" cy="2056128"/>
          </a:xfrm>
          <a:prstGeom prst="rect">
            <a:avLst/>
          </a:prstGeom>
          <a:blipFill dpi="0" rotWithShape="1">
            <a:blip r:embed="rId2"/>
            <a:srcRect/>
            <a:tile tx="0" ty="0" sx="70000" sy="70000" flip="none" algn="ctr"/>
          </a:blipFill>
        </p:spPr>
        <p:txBody>
          <a:bodyPr vert="horz" lIns="91440" tIns="45720" rIns="91440" bIns="45720" rtlCol="0">
            <a:normAutofit/>
          </a:bodyPr>
          <a:lstStyle>
            <a:lvl1pPr>
              <a:defRPr lang="zh-CN" altLang="en-US" dirty="0">
                <a:noFill/>
                <a:latin typeface="Arial" panose="020B0604020202020204" pitchFamily="34" charset="0"/>
                <a:ea typeface="微软雅黑" panose="020B0503020204020204" pitchFamily="34" charset="-122"/>
              </a:defRPr>
            </a:lvl1pPr>
          </a:lstStyle>
          <a:p>
            <a:pPr marL="0" lvl="0" indent="0">
              <a:buNone/>
            </a:pPr>
            <a:endParaRPr lang="zh-CN" altLang="en-US" dirty="0"/>
          </a:p>
        </p:txBody>
      </p:sp>
      <p:sp>
        <p:nvSpPr>
          <p:cNvPr id="6" name="图片占位符 4"/>
          <p:cNvSpPr>
            <a:spLocks noGrp="1"/>
          </p:cNvSpPr>
          <p:nvPr>
            <p:ph type="pic" sz="quarter" idx="14"/>
          </p:nvPr>
        </p:nvSpPr>
        <p:spPr>
          <a:xfrm>
            <a:off x="8219906" y="1629270"/>
            <a:ext cx="3492669" cy="2056128"/>
          </a:xfrm>
          <a:prstGeom prst="rect">
            <a:avLst/>
          </a:prstGeom>
          <a:blipFill dpi="0" rotWithShape="1">
            <a:blip r:embed="rId2"/>
            <a:srcRect/>
            <a:tile tx="0" ty="0" sx="70000" sy="70000" flip="none" algn="ctr"/>
          </a:blipFill>
        </p:spPr>
        <p:txBody>
          <a:bodyPr vert="horz" lIns="91440" tIns="45720" rIns="91440" bIns="45720" rtlCol="0">
            <a:normAutofit/>
          </a:bodyPr>
          <a:lstStyle>
            <a:lvl1pPr>
              <a:defRPr lang="zh-CN" altLang="en-US" dirty="0">
                <a:noFill/>
                <a:latin typeface="Arial" panose="020B0604020202020204" pitchFamily="34" charset="0"/>
                <a:ea typeface="微软雅黑" panose="020B0503020204020204" pitchFamily="34" charset="-122"/>
              </a:defRPr>
            </a:lvl1pPr>
          </a:lstStyle>
          <a:p>
            <a:pPr marL="0" lvl="0" indent="0">
              <a:buNone/>
            </a:pPr>
            <a:endParaRPr lang="zh-CN" altLang="en-US" dirty="0"/>
          </a:p>
        </p:txBody>
      </p:sp>
      <p:sp>
        <p:nvSpPr>
          <p:cNvPr id="7" name="图片占位符 4"/>
          <p:cNvSpPr>
            <a:spLocks noGrp="1"/>
          </p:cNvSpPr>
          <p:nvPr>
            <p:ph type="pic" sz="quarter" idx="15"/>
          </p:nvPr>
        </p:nvSpPr>
        <p:spPr>
          <a:xfrm>
            <a:off x="4356952" y="3685398"/>
            <a:ext cx="3492669" cy="2056128"/>
          </a:xfrm>
          <a:prstGeom prst="rect">
            <a:avLst/>
          </a:prstGeom>
          <a:blipFill dpi="0" rotWithShape="1">
            <a:blip r:embed="rId2"/>
            <a:srcRect/>
            <a:tile tx="0" ty="0" sx="70000" sy="70000" flip="none" algn="ctr"/>
          </a:blipFill>
        </p:spPr>
        <p:txBody>
          <a:bodyPr vert="horz" lIns="91440" tIns="45720" rIns="91440" bIns="45720" rtlCol="0">
            <a:normAutofit/>
          </a:bodyPr>
          <a:lstStyle>
            <a:lvl1pPr>
              <a:defRPr lang="zh-CN" altLang="en-US" dirty="0">
                <a:noFill/>
                <a:latin typeface="Arial" panose="020B0604020202020204" pitchFamily="34" charset="0"/>
                <a:ea typeface="微软雅黑" panose="020B0503020204020204" pitchFamily="34" charset="-122"/>
              </a:defRPr>
            </a:lvl1pPr>
          </a:lstStyle>
          <a:p>
            <a:pPr marL="0" lvl="0" indent="0">
              <a:buNone/>
            </a:pPr>
            <a:endParaRPr lang="zh-CN" altLang="en-US" dirty="0"/>
          </a:p>
        </p:txBody>
      </p:sp>
      <p:sp>
        <p:nvSpPr>
          <p:cNvPr id="17" name="标题 16"/>
          <p:cNvSpPr>
            <a:spLocks noGrp="1"/>
          </p:cNvSpPr>
          <p:nvPr>
            <p:ph type="title"/>
          </p:nvPr>
        </p:nvSpPr>
        <p:spPr>
          <a:xfrm>
            <a:off x="479424" y="165734"/>
            <a:ext cx="11233151" cy="415498"/>
          </a:xfrm>
          <a:prstGeom prst="rect">
            <a:avLst/>
          </a:prstGeom>
          <a:noFill/>
        </p:spPr>
        <p:txBody>
          <a:bodyPr vert="horz" wrap="square" lIns="0" tIns="0" rIns="0" bIns="0" rtlCol="0" anchor="ctr">
            <a:spAutoFit/>
          </a:bodyPr>
          <a:lstStyle>
            <a:lvl1pPr marL="449580" indent="-449580">
              <a:buFont typeface="Wingdings" panose="05000000000000000000" pitchFamily="2" charset="2"/>
              <a:buChar char=""/>
              <a:defRPr lang="zh-CN" altLang="en-US" sz="3000" b="1" dirty="0">
                <a:solidFill>
                  <a:schemeClr val="bg1"/>
                </a:solidFill>
                <a:latin typeface="微软雅黑" panose="020B0503020204020204" pitchFamily="34" charset="-122"/>
                <a:ea typeface="微软雅黑" panose="020B0503020204020204" pitchFamily="34" charset="-122"/>
                <a:cs typeface="+mn-cs"/>
              </a:defRPr>
            </a:lvl1pPr>
          </a:lstStyle>
          <a:p>
            <a:pPr marL="533400" lvl="0" indent="-533400">
              <a:buFont typeface="Wingdings" panose="05000000000000000000" pitchFamily="2" charset="2"/>
              <a:buChar char=""/>
            </a:pPr>
            <a:endParaRPr lang="zh-CN" altLang="en-US" dirty="0"/>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5_图片版式1">
    <p:spTree>
      <p:nvGrpSpPr>
        <p:cNvPr id="1" name=""/>
        <p:cNvGrpSpPr/>
        <p:nvPr/>
      </p:nvGrpSpPr>
      <p:grpSpPr>
        <a:xfrm>
          <a:off x="0" y="0"/>
          <a:ext cx="0" cy="0"/>
          <a:chOff x="0" y="0"/>
          <a:chExt cx="0" cy="0"/>
        </a:xfrm>
      </p:grpSpPr>
      <p:sp>
        <p:nvSpPr>
          <p:cNvPr id="7" name="图片占位符 6"/>
          <p:cNvSpPr>
            <a:spLocks noGrp="1"/>
          </p:cNvSpPr>
          <p:nvPr>
            <p:ph type="pic" sz="quarter" idx="10"/>
          </p:nvPr>
        </p:nvSpPr>
        <p:spPr>
          <a:xfrm>
            <a:off x="826064" y="1655536"/>
            <a:ext cx="2149200" cy="2149200"/>
          </a:xfrm>
          <a:prstGeom prst="flowChartConnector">
            <a:avLst/>
          </a:prstGeom>
          <a:blipFill dpi="0" rotWithShape="1">
            <a:blip r:embed="rId2"/>
            <a:srcRect/>
            <a:tile tx="0" ty="0" sx="70000" sy="70000" flip="none" algn="ctr"/>
          </a:blipFill>
        </p:spPr>
        <p:txBody>
          <a:bodyPr vert="horz" lIns="91440" tIns="45720" rIns="91440" bIns="45720" rtlCol="0">
            <a:normAutofit/>
          </a:bodyPr>
          <a:lstStyle>
            <a:lvl1pPr>
              <a:defRPr lang="zh-CN" altLang="en-US" dirty="0">
                <a:noFill/>
                <a:latin typeface="Arial" panose="020B0604020202020204" pitchFamily="34" charset="0"/>
                <a:ea typeface="微软雅黑" panose="020B0503020204020204" pitchFamily="34" charset="-122"/>
              </a:defRPr>
            </a:lvl1pPr>
          </a:lstStyle>
          <a:p>
            <a:pPr marL="0" lvl="0" indent="0">
              <a:buNone/>
            </a:pPr>
            <a:endParaRPr lang="zh-CN" altLang="en-US" dirty="0"/>
          </a:p>
        </p:txBody>
      </p:sp>
      <p:sp>
        <p:nvSpPr>
          <p:cNvPr id="8" name="图片占位符 6"/>
          <p:cNvSpPr>
            <a:spLocks noGrp="1"/>
          </p:cNvSpPr>
          <p:nvPr>
            <p:ph type="pic" sz="quarter" idx="11"/>
          </p:nvPr>
        </p:nvSpPr>
        <p:spPr>
          <a:xfrm>
            <a:off x="5020856" y="1655536"/>
            <a:ext cx="2149200" cy="2149200"/>
          </a:xfrm>
          <a:prstGeom prst="flowChartConnector">
            <a:avLst/>
          </a:prstGeom>
          <a:blipFill dpi="0" rotWithShape="1">
            <a:blip r:embed="rId2"/>
            <a:srcRect/>
            <a:tile tx="0" ty="0" sx="70000" sy="70000" flip="none" algn="ctr"/>
          </a:blipFill>
        </p:spPr>
        <p:txBody>
          <a:bodyPr vert="horz" lIns="91440" tIns="45720" rIns="91440" bIns="45720" rtlCol="0">
            <a:normAutofit/>
          </a:bodyPr>
          <a:lstStyle>
            <a:lvl1pPr>
              <a:defRPr lang="zh-CN" altLang="en-US" dirty="0">
                <a:noFill/>
                <a:latin typeface="Arial" panose="020B0604020202020204" pitchFamily="34" charset="0"/>
                <a:ea typeface="微软雅黑" panose="020B0503020204020204" pitchFamily="34" charset="-122"/>
              </a:defRPr>
            </a:lvl1pPr>
          </a:lstStyle>
          <a:p>
            <a:pPr marL="0" lvl="0" indent="0">
              <a:buNone/>
            </a:pPr>
            <a:endParaRPr lang="zh-CN" altLang="en-US" dirty="0"/>
          </a:p>
        </p:txBody>
      </p:sp>
      <p:sp>
        <p:nvSpPr>
          <p:cNvPr id="9" name="图片占位符 6"/>
          <p:cNvSpPr>
            <a:spLocks noGrp="1"/>
          </p:cNvSpPr>
          <p:nvPr>
            <p:ph type="pic" sz="quarter" idx="12"/>
          </p:nvPr>
        </p:nvSpPr>
        <p:spPr>
          <a:xfrm>
            <a:off x="9215648" y="1655536"/>
            <a:ext cx="2149200" cy="2149200"/>
          </a:xfrm>
          <a:prstGeom prst="flowChartConnector">
            <a:avLst/>
          </a:prstGeom>
          <a:blipFill dpi="0" rotWithShape="1">
            <a:blip r:embed="rId2"/>
            <a:srcRect/>
            <a:tile tx="0" ty="0" sx="70000" sy="70000" flip="none" algn="ctr"/>
          </a:blipFill>
        </p:spPr>
        <p:txBody>
          <a:bodyPr vert="horz" lIns="91440" tIns="45720" rIns="91440" bIns="45720" rtlCol="0">
            <a:normAutofit/>
          </a:bodyPr>
          <a:lstStyle>
            <a:lvl1pPr>
              <a:defRPr lang="zh-CN" altLang="en-US" dirty="0">
                <a:noFill/>
                <a:latin typeface="Arial" panose="020B0604020202020204" pitchFamily="34" charset="0"/>
                <a:ea typeface="微软雅黑" panose="020B0503020204020204" pitchFamily="34" charset="-122"/>
              </a:defRPr>
            </a:lvl1pPr>
          </a:lstStyle>
          <a:p>
            <a:pPr marL="0" lvl="0" indent="0">
              <a:buNone/>
            </a:pPr>
            <a:endParaRPr lang="zh-CN" altLang="en-US" dirty="0"/>
          </a:p>
        </p:txBody>
      </p:sp>
      <p:sp>
        <p:nvSpPr>
          <p:cNvPr id="17" name="标题 16"/>
          <p:cNvSpPr>
            <a:spLocks noGrp="1"/>
          </p:cNvSpPr>
          <p:nvPr>
            <p:ph type="title"/>
          </p:nvPr>
        </p:nvSpPr>
        <p:spPr>
          <a:xfrm>
            <a:off x="479424" y="165734"/>
            <a:ext cx="11233151" cy="415498"/>
          </a:xfrm>
          <a:prstGeom prst="rect">
            <a:avLst/>
          </a:prstGeom>
          <a:noFill/>
        </p:spPr>
        <p:txBody>
          <a:bodyPr vert="horz" wrap="square" lIns="0" tIns="0" rIns="0" bIns="0" rtlCol="0" anchor="ctr">
            <a:spAutoFit/>
          </a:bodyPr>
          <a:lstStyle>
            <a:lvl1pPr marL="449580" indent="-449580">
              <a:buFont typeface="Wingdings" panose="05000000000000000000" pitchFamily="2" charset="2"/>
              <a:buChar char=""/>
              <a:defRPr lang="zh-CN" altLang="en-US" sz="3000" b="1" dirty="0">
                <a:solidFill>
                  <a:schemeClr val="bg1"/>
                </a:solidFill>
                <a:latin typeface="微软雅黑" panose="020B0503020204020204" pitchFamily="34" charset="-122"/>
                <a:ea typeface="微软雅黑" panose="020B0503020204020204" pitchFamily="34" charset="-122"/>
                <a:cs typeface="+mn-cs"/>
              </a:defRPr>
            </a:lvl1pPr>
          </a:lstStyle>
          <a:p>
            <a:pPr marL="533400" lvl="0" indent="-533400">
              <a:buFont typeface="Wingdings" panose="05000000000000000000" pitchFamily="2" charset="2"/>
              <a:buChar char=""/>
            </a:pPr>
            <a:endParaRPr lang="zh-CN" altLang="en-US" dirty="0"/>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6_图片版式1">
    <p:spTree>
      <p:nvGrpSpPr>
        <p:cNvPr id="1" name=""/>
        <p:cNvGrpSpPr/>
        <p:nvPr/>
      </p:nvGrpSpPr>
      <p:grpSpPr>
        <a:xfrm>
          <a:off x="0" y="0"/>
          <a:ext cx="0" cy="0"/>
          <a:chOff x="0" y="0"/>
          <a:chExt cx="0" cy="0"/>
        </a:xfrm>
      </p:grpSpPr>
      <p:sp>
        <p:nvSpPr>
          <p:cNvPr id="7" name="图片占位符 4"/>
          <p:cNvSpPr>
            <a:spLocks noGrp="1"/>
          </p:cNvSpPr>
          <p:nvPr>
            <p:ph type="pic" sz="quarter" idx="13"/>
          </p:nvPr>
        </p:nvSpPr>
        <p:spPr>
          <a:xfrm>
            <a:off x="479425" y="1312240"/>
            <a:ext cx="6470571" cy="4652618"/>
          </a:xfrm>
          <a:prstGeom prst="rect">
            <a:avLst/>
          </a:prstGeom>
          <a:blipFill dpi="0" rotWithShape="1">
            <a:blip r:embed="rId2"/>
            <a:srcRect/>
            <a:tile tx="0" ty="0" sx="80000" sy="80000" flip="none" algn="ctr"/>
          </a:blipFill>
        </p:spPr>
        <p:txBody>
          <a:bodyPr vert="horz" lIns="91440" tIns="45720" rIns="91440" bIns="45720" rtlCol="0">
            <a:normAutofit/>
          </a:bodyPr>
          <a:lstStyle>
            <a:lvl1pPr>
              <a:defRPr lang="zh-CN" altLang="en-US" dirty="0">
                <a:noFill/>
                <a:latin typeface="Arial" panose="020B0604020202020204" pitchFamily="34" charset="0"/>
                <a:ea typeface="微软雅黑" panose="020B0503020204020204" pitchFamily="34" charset="-122"/>
              </a:defRPr>
            </a:lvl1pPr>
          </a:lstStyle>
          <a:p>
            <a:pPr marL="0" lvl="0" indent="0">
              <a:buNone/>
            </a:pPr>
            <a:endParaRPr lang="zh-CN" altLang="en-US" dirty="0"/>
          </a:p>
        </p:txBody>
      </p:sp>
      <p:sp>
        <p:nvSpPr>
          <p:cNvPr id="8" name="图片占位符 4"/>
          <p:cNvSpPr>
            <a:spLocks noGrp="1"/>
          </p:cNvSpPr>
          <p:nvPr>
            <p:ph type="pic" sz="quarter" idx="14"/>
          </p:nvPr>
        </p:nvSpPr>
        <p:spPr>
          <a:xfrm>
            <a:off x="7045225" y="1312240"/>
            <a:ext cx="2286063" cy="2286064"/>
          </a:xfrm>
          <a:prstGeom prst="rect">
            <a:avLst/>
          </a:prstGeom>
          <a:blipFill dpi="0" rotWithShape="1">
            <a:blip r:embed="rId2"/>
            <a:srcRect/>
            <a:tile tx="0" ty="0" sx="70000" sy="70000" flip="none" algn="ctr"/>
          </a:blipFill>
        </p:spPr>
        <p:txBody>
          <a:bodyPr vert="horz" lIns="91440" tIns="45720" rIns="91440" bIns="45720" rtlCol="0">
            <a:normAutofit/>
          </a:bodyPr>
          <a:lstStyle>
            <a:lvl1pPr>
              <a:defRPr lang="zh-CN" altLang="en-US" dirty="0">
                <a:noFill/>
                <a:latin typeface="Arial" panose="020B0604020202020204" pitchFamily="34" charset="0"/>
                <a:ea typeface="微软雅黑" panose="020B0503020204020204" pitchFamily="34" charset="-122"/>
              </a:defRPr>
            </a:lvl1pPr>
          </a:lstStyle>
          <a:p>
            <a:pPr marL="0" lvl="0" indent="0">
              <a:buNone/>
            </a:pPr>
            <a:endParaRPr lang="zh-CN" altLang="en-US" dirty="0"/>
          </a:p>
        </p:txBody>
      </p:sp>
      <p:sp>
        <p:nvSpPr>
          <p:cNvPr id="9" name="图片占位符 4"/>
          <p:cNvSpPr>
            <a:spLocks noGrp="1"/>
          </p:cNvSpPr>
          <p:nvPr>
            <p:ph type="pic" sz="quarter" idx="15"/>
          </p:nvPr>
        </p:nvSpPr>
        <p:spPr>
          <a:xfrm>
            <a:off x="9426511" y="1312240"/>
            <a:ext cx="2286063" cy="2286064"/>
          </a:xfrm>
          <a:prstGeom prst="rect">
            <a:avLst/>
          </a:prstGeom>
          <a:blipFill dpi="0" rotWithShape="1">
            <a:blip r:embed="rId2"/>
            <a:srcRect/>
            <a:tile tx="0" ty="0" sx="70000" sy="70000" flip="none" algn="ctr"/>
          </a:blipFill>
        </p:spPr>
        <p:txBody>
          <a:bodyPr vert="horz" lIns="91440" tIns="45720" rIns="91440" bIns="45720" rtlCol="0">
            <a:normAutofit/>
          </a:bodyPr>
          <a:lstStyle>
            <a:lvl1pPr>
              <a:defRPr lang="zh-CN" altLang="en-US" dirty="0">
                <a:noFill/>
                <a:latin typeface="Arial" panose="020B0604020202020204" pitchFamily="34" charset="0"/>
                <a:ea typeface="微软雅黑" panose="020B0503020204020204" pitchFamily="34" charset="-122"/>
              </a:defRPr>
            </a:lvl1pPr>
          </a:lstStyle>
          <a:p>
            <a:pPr marL="0" lvl="0" indent="0">
              <a:buNone/>
            </a:pPr>
            <a:endParaRPr lang="zh-CN" altLang="en-US" dirty="0"/>
          </a:p>
        </p:txBody>
      </p:sp>
      <p:sp>
        <p:nvSpPr>
          <p:cNvPr id="10" name="图片占位符 4"/>
          <p:cNvSpPr>
            <a:spLocks noGrp="1"/>
          </p:cNvSpPr>
          <p:nvPr>
            <p:ph type="pic" sz="quarter" idx="16"/>
          </p:nvPr>
        </p:nvSpPr>
        <p:spPr>
          <a:xfrm>
            <a:off x="7045225" y="3678794"/>
            <a:ext cx="2286063" cy="2286064"/>
          </a:xfrm>
          <a:prstGeom prst="rect">
            <a:avLst/>
          </a:prstGeom>
          <a:blipFill dpi="0" rotWithShape="1">
            <a:blip r:embed="rId2"/>
            <a:srcRect/>
            <a:tile tx="0" ty="0" sx="70000" sy="70000" flip="none" algn="ctr"/>
          </a:blipFill>
        </p:spPr>
        <p:txBody>
          <a:bodyPr vert="horz" lIns="91440" tIns="45720" rIns="91440" bIns="45720" rtlCol="0">
            <a:normAutofit/>
          </a:bodyPr>
          <a:lstStyle>
            <a:lvl1pPr>
              <a:defRPr lang="zh-CN" altLang="en-US" dirty="0">
                <a:noFill/>
                <a:latin typeface="Arial" panose="020B0604020202020204" pitchFamily="34" charset="0"/>
                <a:ea typeface="微软雅黑" panose="020B0503020204020204" pitchFamily="34" charset="-122"/>
              </a:defRPr>
            </a:lvl1pPr>
          </a:lstStyle>
          <a:p>
            <a:pPr marL="0" lvl="0" indent="0">
              <a:buNone/>
            </a:pPr>
            <a:endParaRPr lang="zh-CN" altLang="en-US" dirty="0"/>
          </a:p>
        </p:txBody>
      </p:sp>
      <p:sp>
        <p:nvSpPr>
          <p:cNvPr id="11" name="图片占位符 4"/>
          <p:cNvSpPr>
            <a:spLocks noGrp="1"/>
          </p:cNvSpPr>
          <p:nvPr>
            <p:ph type="pic" sz="quarter" idx="17"/>
          </p:nvPr>
        </p:nvSpPr>
        <p:spPr>
          <a:xfrm>
            <a:off x="9426511" y="3678794"/>
            <a:ext cx="2286063" cy="2286064"/>
          </a:xfrm>
          <a:prstGeom prst="rect">
            <a:avLst/>
          </a:prstGeom>
          <a:blipFill dpi="0" rotWithShape="1">
            <a:blip r:embed="rId2"/>
            <a:srcRect/>
            <a:tile tx="0" ty="0" sx="70000" sy="70000" flip="none" algn="ctr"/>
          </a:blipFill>
        </p:spPr>
        <p:txBody>
          <a:bodyPr vert="horz" lIns="91440" tIns="45720" rIns="91440" bIns="45720" rtlCol="0">
            <a:normAutofit/>
          </a:bodyPr>
          <a:lstStyle>
            <a:lvl1pPr>
              <a:defRPr lang="zh-CN" altLang="en-US" dirty="0">
                <a:noFill/>
                <a:latin typeface="Arial" panose="020B0604020202020204" pitchFamily="34" charset="0"/>
                <a:ea typeface="微软雅黑" panose="020B0503020204020204" pitchFamily="34" charset="-122"/>
              </a:defRPr>
            </a:lvl1pPr>
          </a:lstStyle>
          <a:p>
            <a:pPr marL="0" lvl="0" indent="0">
              <a:buNone/>
            </a:pPr>
            <a:endParaRPr lang="zh-CN" altLang="en-US" dirty="0"/>
          </a:p>
        </p:txBody>
      </p:sp>
      <p:sp>
        <p:nvSpPr>
          <p:cNvPr id="17" name="标题 16"/>
          <p:cNvSpPr>
            <a:spLocks noGrp="1"/>
          </p:cNvSpPr>
          <p:nvPr>
            <p:ph type="title"/>
          </p:nvPr>
        </p:nvSpPr>
        <p:spPr>
          <a:xfrm>
            <a:off x="479424" y="165734"/>
            <a:ext cx="11233151" cy="415498"/>
          </a:xfrm>
          <a:prstGeom prst="rect">
            <a:avLst/>
          </a:prstGeom>
          <a:noFill/>
        </p:spPr>
        <p:txBody>
          <a:bodyPr vert="horz" wrap="square" lIns="0" tIns="0" rIns="0" bIns="0" rtlCol="0" anchor="ctr">
            <a:spAutoFit/>
          </a:bodyPr>
          <a:lstStyle>
            <a:lvl1pPr marL="449580" indent="-449580">
              <a:buFont typeface="Wingdings" panose="05000000000000000000" pitchFamily="2" charset="2"/>
              <a:buChar char=""/>
              <a:defRPr lang="zh-CN" altLang="en-US" sz="3000" b="1" dirty="0">
                <a:solidFill>
                  <a:schemeClr val="bg1"/>
                </a:solidFill>
                <a:latin typeface="微软雅黑" panose="020B0503020204020204" pitchFamily="34" charset="-122"/>
                <a:ea typeface="微软雅黑" panose="020B0503020204020204" pitchFamily="34" charset="-122"/>
                <a:cs typeface="+mn-cs"/>
              </a:defRPr>
            </a:lvl1pPr>
          </a:lstStyle>
          <a:p>
            <a:pPr marL="533400" lvl="0" indent="-533400">
              <a:buFont typeface="Wingdings" panose="05000000000000000000" pitchFamily="2" charset="2"/>
              <a:buChar char=""/>
            </a:pPr>
            <a:endParaRPr lang="zh-CN" altLang="en-US" dirty="0"/>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8_图片版式1">
    <p:spTree>
      <p:nvGrpSpPr>
        <p:cNvPr id="1" name=""/>
        <p:cNvGrpSpPr/>
        <p:nvPr/>
      </p:nvGrpSpPr>
      <p:grpSpPr>
        <a:xfrm>
          <a:off x="0" y="0"/>
          <a:ext cx="0" cy="0"/>
          <a:chOff x="0" y="0"/>
          <a:chExt cx="0" cy="0"/>
        </a:xfrm>
      </p:grpSpPr>
      <p:sp>
        <p:nvSpPr>
          <p:cNvPr id="7" name="图片占位符 4"/>
          <p:cNvSpPr>
            <a:spLocks noGrp="1"/>
          </p:cNvSpPr>
          <p:nvPr>
            <p:ph type="pic" sz="quarter" idx="13"/>
          </p:nvPr>
        </p:nvSpPr>
        <p:spPr>
          <a:xfrm>
            <a:off x="479425" y="1312240"/>
            <a:ext cx="6470571" cy="4652618"/>
          </a:xfrm>
          <a:prstGeom prst="rect">
            <a:avLst/>
          </a:prstGeom>
          <a:blipFill dpi="0" rotWithShape="1">
            <a:blip r:embed="rId2"/>
            <a:srcRect/>
            <a:tile tx="0" ty="0" sx="80000" sy="80000" flip="none" algn="ctr"/>
          </a:blipFill>
        </p:spPr>
        <p:txBody>
          <a:bodyPr vert="horz" lIns="91440" tIns="45720" rIns="91440" bIns="45720" rtlCol="0">
            <a:normAutofit/>
          </a:bodyPr>
          <a:lstStyle>
            <a:lvl1pPr>
              <a:defRPr lang="zh-CN" altLang="en-US" dirty="0">
                <a:noFill/>
                <a:latin typeface="Arial" panose="020B0604020202020204" pitchFamily="34" charset="0"/>
                <a:ea typeface="微软雅黑" panose="020B0503020204020204" pitchFamily="34" charset="-122"/>
              </a:defRPr>
            </a:lvl1pPr>
          </a:lstStyle>
          <a:p>
            <a:pPr marL="0" lvl="0" indent="0">
              <a:buNone/>
            </a:pPr>
            <a:endParaRPr lang="zh-CN" altLang="en-US" dirty="0"/>
          </a:p>
        </p:txBody>
      </p:sp>
      <p:sp>
        <p:nvSpPr>
          <p:cNvPr id="17" name="标题 16"/>
          <p:cNvSpPr>
            <a:spLocks noGrp="1"/>
          </p:cNvSpPr>
          <p:nvPr>
            <p:ph type="title"/>
          </p:nvPr>
        </p:nvSpPr>
        <p:spPr>
          <a:xfrm>
            <a:off x="479424" y="165734"/>
            <a:ext cx="11233151" cy="415498"/>
          </a:xfrm>
          <a:prstGeom prst="rect">
            <a:avLst/>
          </a:prstGeom>
          <a:noFill/>
        </p:spPr>
        <p:txBody>
          <a:bodyPr vert="horz" wrap="square" lIns="0" tIns="0" rIns="0" bIns="0" rtlCol="0" anchor="ctr">
            <a:spAutoFit/>
          </a:bodyPr>
          <a:lstStyle>
            <a:lvl1pPr marL="449580" indent="-449580">
              <a:buFont typeface="Wingdings" panose="05000000000000000000" pitchFamily="2" charset="2"/>
              <a:buChar char=""/>
              <a:defRPr lang="zh-CN" altLang="en-US" sz="3000" b="1" dirty="0">
                <a:solidFill>
                  <a:schemeClr val="bg1"/>
                </a:solidFill>
                <a:latin typeface="微软雅黑" panose="020B0503020204020204" pitchFamily="34" charset="-122"/>
                <a:ea typeface="微软雅黑" panose="020B0503020204020204" pitchFamily="34" charset="-122"/>
                <a:cs typeface="+mn-cs"/>
              </a:defRPr>
            </a:lvl1pPr>
          </a:lstStyle>
          <a:p>
            <a:pPr marL="533400" lvl="0" indent="-533400">
              <a:buFont typeface="Wingdings" panose="05000000000000000000" pitchFamily="2" charset="2"/>
              <a:buChar char=""/>
            </a:pPr>
            <a:endParaRPr lang="zh-CN" altLang="en-US" dirty="0"/>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7_图片版式1">
    <p:spTree>
      <p:nvGrpSpPr>
        <p:cNvPr id="1" name=""/>
        <p:cNvGrpSpPr/>
        <p:nvPr/>
      </p:nvGrpSpPr>
      <p:grpSpPr>
        <a:xfrm>
          <a:off x="0" y="0"/>
          <a:ext cx="0" cy="0"/>
          <a:chOff x="0" y="0"/>
          <a:chExt cx="0" cy="0"/>
        </a:xfrm>
      </p:grpSpPr>
      <p:sp>
        <p:nvSpPr>
          <p:cNvPr id="15" name="图片占位符 6"/>
          <p:cNvSpPr>
            <a:spLocks noGrp="1"/>
          </p:cNvSpPr>
          <p:nvPr>
            <p:ph type="pic" sz="quarter" idx="11"/>
          </p:nvPr>
        </p:nvSpPr>
        <p:spPr>
          <a:xfrm>
            <a:off x="1000436" y="3202850"/>
            <a:ext cx="856800" cy="856800"/>
          </a:xfrm>
          <a:prstGeom prst="flowChartConnector">
            <a:avLst/>
          </a:prstGeom>
          <a:blipFill dpi="0" rotWithShape="1">
            <a:blip r:embed="rId2"/>
            <a:srcRect/>
            <a:tile tx="0" ty="0" sx="70000" sy="70000" flip="none" algn="ctr"/>
          </a:blipFill>
        </p:spPr>
        <p:txBody>
          <a:bodyPr vert="horz" lIns="91440" tIns="45720" rIns="91440" bIns="45720" rtlCol="0">
            <a:normAutofit/>
          </a:bodyPr>
          <a:lstStyle>
            <a:lvl1pPr>
              <a:defRPr lang="zh-CN" altLang="en-US" dirty="0">
                <a:noFill/>
                <a:latin typeface="Arial" panose="020B0604020202020204" pitchFamily="34" charset="0"/>
                <a:ea typeface="微软雅黑" panose="020B0503020204020204" pitchFamily="34" charset="-122"/>
              </a:defRPr>
            </a:lvl1pPr>
          </a:lstStyle>
          <a:p>
            <a:pPr marL="0" lvl="0" indent="0">
              <a:buNone/>
            </a:pPr>
            <a:endParaRPr lang="zh-CN" altLang="en-US" dirty="0"/>
          </a:p>
        </p:txBody>
      </p:sp>
      <p:sp>
        <p:nvSpPr>
          <p:cNvPr id="17" name="标题 16"/>
          <p:cNvSpPr>
            <a:spLocks noGrp="1"/>
          </p:cNvSpPr>
          <p:nvPr>
            <p:ph type="title"/>
          </p:nvPr>
        </p:nvSpPr>
        <p:spPr>
          <a:xfrm>
            <a:off x="479424" y="165734"/>
            <a:ext cx="11233151" cy="415498"/>
          </a:xfrm>
          <a:prstGeom prst="rect">
            <a:avLst/>
          </a:prstGeom>
          <a:noFill/>
        </p:spPr>
        <p:txBody>
          <a:bodyPr vert="horz" wrap="square" lIns="0" tIns="0" rIns="0" bIns="0" rtlCol="0" anchor="ctr">
            <a:spAutoFit/>
          </a:bodyPr>
          <a:lstStyle>
            <a:lvl1pPr marL="449580" indent="-449580">
              <a:buFont typeface="Wingdings" panose="05000000000000000000" pitchFamily="2" charset="2"/>
              <a:buChar char=""/>
              <a:defRPr lang="zh-CN" altLang="en-US" sz="3000" b="1" dirty="0">
                <a:solidFill>
                  <a:schemeClr val="bg1"/>
                </a:solidFill>
                <a:latin typeface="微软雅黑" panose="020B0503020204020204" pitchFamily="34" charset="-122"/>
                <a:ea typeface="微软雅黑" panose="020B0503020204020204" pitchFamily="34" charset="-122"/>
                <a:cs typeface="+mn-cs"/>
              </a:defRPr>
            </a:lvl1pPr>
          </a:lstStyle>
          <a:p>
            <a:pPr marL="533400" lvl="0" indent="-533400">
              <a:buFont typeface="Wingdings" panose="05000000000000000000" pitchFamily="2" charset="2"/>
              <a:buChar char=""/>
            </a:pPr>
            <a:endParaRPr lang="zh-CN" altLang="en-US" dirty="0"/>
          </a:p>
        </p:txBody>
      </p:sp>
      <p:sp>
        <p:nvSpPr>
          <p:cNvPr id="14" name="图片占位符 6"/>
          <p:cNvSpPr>
            <a:spLocks noGrp="1"/>
          </p:cNvSpPr>
          <p:nvPr>
            <p:ph type="pic" sz="quarter" idx="10"/>
          </p:nvPr>
        </p:nvSpPr>
        <p:spPr>
          <a:xfrm>
            <a:off x="4812919" y="1144467"/>
            <a:ext cx="1252800" cy="1252800"/>
          </a:xfrm>
          <a:prstGeom prst="flowChartConnector">
            <a:avLst/>
          </a:prstGeom>
          <a:blipFill dpi="0" rotWithShape="1">
            <a:blip r:embed="rId2"/>
            <a:srcRect/>
            <a:tile tx="0" ty="0" sx="70000" sy="70000" flip="none" algn="ctr"/>
          </a:blipFill>
        </p:spPr>
        <p:txBody>
          <a:bodyPr vert="horz" lIns="91440" tIns="45720" rIns="91440" bIns="45720" rtlCol="0">
            <a:normAutofit/>
          </a:bodyPr>
          <a:lstStyle>
            <a:lvl1pPr>
              <a:defRPr lang="zh-CN" altLang="en-US" dirty="0">
                <a:noFill/>
                <a:latin typeface="Arial" panose="020B0604020202020204" pitchFamily="34" charset="0"/>
                <a:ea typeface="微软雅黑" panose="020B0503020204020204" pitchFamily="34" charset="-122"/>
              </a:defRPr>
            </a:lvl1pPr>
          </a:lstStyle>
          <a:p>
            <a:pPr marL="0" lvl="0" indent="0">
              <a:buNone/>
            </a:pPr>
            <a:endParaRPr lang="zh-CN" altLang="en-US" dirty="0"/>
          </a:p>
        </p:txBody>
      </p:sp>
      <p:sp>
        <p:nvSpPr>
          <p:cNvPr id="16" name="图片占位符 6"/>
          <p:cNvSpPr>
            <a:spLocks noGrp="1"/>
          </p:cNvSpPr>
          <p:nvPr>
            <p:ph type="pic" sz="quarter" idx="12"/>
          </p:nvPr>
        </p:nvSpPr>
        <p:spPr>
          <a:xfrm>
            <a:off x="3703480" y="3202850"/>
            <a:ext cx="856800" cy="856800"/>
          </a:xfrm>
          <a:prstGeom prst="flowChartConnector">
            <a:avLst/>
          </a:prstGeom>
          <a:blipFill dpi="0" rotWithShape="1">
            <a:blip r:embed="rId2"/>
            <a:srcRect/>
            <a:tile tx="0" ty="0" sx="70000" sy="70000" flip="none" algn="ctr"/>
          </a:blipFill>
        </p:spPr>
        <p:txBody>
          <a:bodyPr vert="horz" lIns="91440" tIns="45720" rIns="91440" bIns="45720" rtlCol="0">
            <a:normAutofit/>
          </a:bodyPr>
          <a:lstStyle>
            <a:lvl1pPr>
              <a:defRPr lang="zh-CN" altLang="en-US" dirty="0">
                <a:noFill/>
                <a:latin typeface="Arial" panose="020B0604020202020204" pitchFamily="34" charset="0"/>
                <a:ea typeface="微软雅黑" panose="020B0503020204020204" pitchFamily="34" charset="-122"/>
              </a:defRPr>
            </a:lvl1pPr>
          </a:lstStyle>
          <a:p>
            <a:pPr marL="0" lvl="0" indent="0">
              <a:buNone/>
            </a:pPr>
            <a:endParaRPr lang="zh-CN" altLang="en-US" dirty="0"/>
          </a:p>
        </p:txBody>
      </p:sp>
      <p:sp>
        <p:nvSpPr>
          <p:cNvPr id="18" name="图片占位符 6"/>
          <p:cNvSpPr>
            <a:spLocks noGrp="1"/>
          </p:cNvSpPr>
          <p:nvPr>
            <p:ph type="pic" sz="quarter" idx="13"/>
          </p:nvPr>
        </p:nvSpPr>
        <p:spPr>
          <a:xfrm>
            <a:off x="6404539" y="3202850"/>
            <a:ext cx="856800" cy="856800"/>
          </a:xfrm>
          <a:prstGeom prst="flowChartConnector">
            <a:avLst/>
          </a:prstGeom>
          <a:blipFill dpi="0" rotWithShape="1">
            <a:blip r:embed="rId2"/>
            <a:srcRect/>
            <a:tile tx="0" ty="0" sx="70000" sy="70000" flip="none" algn="ctr"/>
          </a:blipFill>
        </p:spPr>
        <p:txBody>
          <a:bodyPr vert="horz" lIns="91440" tIns="45720" rIns="91440" bIns="45720" rtlCol="0">
            <a:normAutofit/>
          </a:bodyPr>
          <a:lstStyle>
            <a:lvl1pPr>
              <a:defRPr lang="zh-CN" altLang="en-US" dirty="0">
                <a:noFill/>
                <a:latin typeface="Arial" panose="020B0604020202020204" pitchFamily="34" charset="0"/>
                <a:ea typeface="微软雅黑" panose="020B0503020204020204" pitchFamily="34" charset="-122"/>
              </a:defRPr>
            </a:lvl1pPr>
          </a:lstStyle>
          <a:p>
            <a:pPr marL="0" lvl="0" indent="0">
              <a:buNone/>
            </a:pPr>
            <a:endParaRPr lang="zh-CN" altLang="en-US" dirty="0"/>
          </a:p>
        </p:txBody>
      </p:sp>
      <p:sp>
        <p:nvSpPr>
          <p:cNvPr id="19" name="图片占位符 6"/>
          <p:cNvSpPr>
            <a:spLocks noGrp="1"/>
          </p:cNvSpPr>
          <p:nvPr>
            <p:ph type="pic" sz="quarter" idx="14"/>
          </p:nvPr>
        </p:nvSpPr>
        <p:spPr>
          <a:xfrm>
            <a:off x="9068484" y="3202850"/>
            <a:ext cx="856800" cy="856800"/>
          </a:xfrm>
          <a:prstGeom prst="flowChartConnector">
            <a:avLst/>
          </a:prstGeom>
          <a:blipFill dpi="0" rotWithShape="1">
            <a:blip r:embed="rId2"/>
            <a:srcRect/>
            <a:tile tx="0" ty="0" sx="70000" sy="70000" flip="none" algn="ctr"/>
          </a:blipFill>
        </p:spPr>
        <p:txBody>
          <a:bodyPr vert="horz" lIns="91440" tIns="45720" rIns="91440" bIns="45720" rtlCol="0">
            <a:normAutofit/>
          </a:bodyPr>
          <a:lstStyle>
            <a:lvl1pPr>
              <a:defRPr lang="zh-CN" altLang="en-US" dirty="0">
                <a:noFill/>
                <a:latin typeface="Arial" panose="020B0604020202020204" pitchFamily="34" charset="0"/>
                <a:ea typeface="微软雅黑" panose="020B0503020204020204" pitchFamily="34" charset="-122"/>
              </a:defRPr>
            </a:lvl1pPr>
          </a:lstStyle>
          <a:p>
            <a:pPr marL="0" lvl="0" indent="0">
              <a:buNone/>
            </a:pPr>
            <a:endParaRPr lang="zh-CN" altLang="en-US" dirty="0"/>
          </a:p>
        </p:txBody>
      </p:sp>
      <p:sp>
        <p:nvSpPr>
          <p:cNvPr id="20" name="图片占位符 6"/>
          <p:cNvSpPr>
            <a:spLocks noGrp="1"/>
          </p:cNvSpPr>
          <p:nvPr>
            <p:ph type="pic" sz="quarter" idx="15"/>
          </p:nvPr>
        </p:nvSpPr>
        <p:spPr>
          <a:xfrm>
            <a:off x="1721147" y="4391486"/>
            <a:ext cx="586800" cy="586800"/>
          </a:xfrm>
          <a:prstGeom prst="flowChartConnector">
            <a:avLst/>
          </a:prstGeom>
          <a:blipFill dpi="0" rotWithShape="1">
            <a:blip r:embed="rId2"/>
            <a:srcRect/>
            <a:tile tx="0" ty="0" sx="40000" sy="40000" flip="none" algn="ctr"/>
          </a:blipFill>
        </p:spPr>
        <p:txBody>
          <a:bodyPr vert="horz" lIns="91440" tIns="45720" rIns="91440" bIns="45720" rtlCol="0">
            <a:normAutofit/>
          </a:bodyPr>
          <a:lstStyle>
            <a:lvl1pPr>
              <a:defRPr lang="zh-CN" altLang="en-US" dirty="0">
                <a:noFill/>
                <a:latin typeface="Arial" panose="020B0604020202020204" pitchFamily="34" charset="0"/>
                <a:ea typeface="微软雅黑" panose="020B0503020204020204" pitchFamily="34" charset="-122"/>
              </a:defRPr>
            </a:lvl1pPr>
          </a:lstStyle>
          <a:p>
            <a:pPr marL="0" lvl="0" indent="0">
              <a:buNone/>
            </a:pPr>
            <a:endParaRPr lang="zh-CN" altLang="en-US" dirty="0"/>
          </a:p>
        </p:txBody>
      </p:sp>
      <p:sp>
        <p:nvSpPr>
          <p:cNvPr id="21" name="图片占位符 6"/>
          <p:cNvSpPr>
            <a:spLocks noGrp="1"/>
          </p:cNvSpPr>
          <p:nvPr>
            <p:ph type="pic" sz="quarter" idx="16"/>
          </p:nvPr>
        </p:nvSpPr>
        <p:spPr>
          <a:xfrm>
            <a:off x="4417716" y="4391486"/>
            <a:ext cx="586800" cy="586800"/>
          </a:xfrm>
          <a:prstGeom prst="flowChartConnector">
            <a:avLst/>
          </a:prstGeom>
          <a:blipFill dpi="0" rotWithShape="1">
            <a:blip r:embed="rId2"/>
            <a:srcRect/>
            <a:tile tx="0" ty="0" sx="40000" sy="40000" flip="none" algn="ctr"/>
          </a:blipFill>
        </p:spPr>
        <p:txBody>
          <a:bodyPr vert="horz" lIns="91440" tIns="45720" rIns="91440" bIns="45720" rtlCol="0">
            <a:normAutofit/>
          </a:bodyPr>
          <a:lstStyle>
            <a:lvl1pPr>
              <a:defRPr lang="zh-CN" altLang="en-US" dirty="0">
                <a:noFill/>
                <a:latin typeface="Arial" panose="020B0604020202020204" pitchFamily="34" charset="0"/>
                <a:ea typeface="微软雅黑" panose="020B0503020204020204" pitchFamily="34" charset="-122"/>
              </a:defRPr>
            </a:lvl1pPr>
          </a:lstStyle>
          <a:p>
            <a:pPr marL="0" lvl="0" indent="0">
              <a:buNone/>
            </a:pPr>
            <a:endParaRPr lang="zh-CN" altLang="en-US" dirty="0"/>
          </a:p>
        </p:txBody>
      </p:sp>
      <p:sp>
        <p:nvSpPr>
          <p:cNvPr id="22" name="图片占位符 6"/>
          <p:cNvSpPr>
            <a:spLocks noGrp="1"/>
          </p:cNvSpPr>
          <p:nvPr>
            <p:ph type="pic" sz="quarter" idx="17"/>
          </p:nvPr>
        </p:nvSpPr>
        <p:spPr>
          <a:xfrm>
            <a:off x="7097937" y="4391486"/>
            <a:ext cx="586800" cy="586800"/>
          </a:xfrm>
          <a:prstGeom prst="flowChartConnector">
            <a:avLst/>
          </a:prstGeom>
          <a:blipFill dpi="0" rotWithShape="1">
            <a:blip r:embed="rId2"/>
            <a:srcRect/>
            <a:tile tx="0" ty="0" sx="40000" sy="40000" flip="none" algn="ctr"/>
          </a:blipFill>
        </p:spPr>
        <p:txBody>
          <a:bodyPr vert="horz" lIns="91440" tIns="45720" rIns="91440" bIns="45720" rtlCol="0">
            <a:normAutofit/>
          </a:bodyPr>
          <a:lstStyle>
            <a:lvl1pPr>
              <a:defRPr lang="zh-CN" altLang="en-US" dirty="0">
                <a:noFill/>
                <a:latin typeface="Arial" panose="020B0604020202020204" pitchFamily="34" charset="0"/>
                <a:ea typeface="微软雅黑" panose="020B0503020204020204" pitchFamily="34" charset="-122"/>
              </a:defRPr>
            </a:lvl1pPr>
          </a:lstStyle>
          <a:p>
            <a:pPr marL="0" lvl="0" indent="0">
              <a:buNone/>
            </a:pPr>
            <a:endParaRPr lang="zh-CN" altLang="en-US" dirty="0"/>
          </a:p>
        </p:txBody>
      </p:sp>
      <p:sp>
        <p:nvSpPr>
          <p:cNvPr id="23" name="图片占位符 6"/>
          <p:cNvSpPr>
            <a:spLocks noGrp="1"/>
          </p:cNvSpPr>
          <p:nvPr>
            <p:ph type="pic" sz="quarter" idx="18"/>
          </p:nvPr>
        </p:nvSpPr>
        <p:spPr>
          <a:xfrm>
            <a:off x="1721147" y="5127194"/>
            <a:ext cx="586800" cy="586800"/>
          </a:xfrm>
          <a:prstGeom prst="flowChartConnector">
            <a:avLst/>
          </a:prstGeom>
          <a:blipFill dpi="0" rotWithShape="1">
            <a:blip r:embed="rId2"/>
            <a:srcRect/>
            <a:tile tx="0" ty="0" sx="40000" sy="40000" flip="none" algn="ctr"/>
          </a:blipFill>
        </p:spPr>
        <p:txBody>
          <a:bodyPr vert="horz" lIns="91440" tIns="45720" rIns="91440" bIns="45720" rtlCol="0">
            <a:normAutofit/>
          </a:bodyPr>
          <a:lstStyle>
            <a:lvl1pPr>
              <a:defRPr lang="zh-CN" altLang="en-US" dirty="0">
                <a:noFill/>
                <a:latin typeface="Arial" panose="020B0604020202020204" pitchFamily="34" charset="0"/>
                <a:ea typeface="微软雅黑" panose="020B0503020204020204" pitchFamily="34" charset="-122"/>
              </a:defRPr>
            </a:lvl1pPr>
          </a:lstStyle>
          <a:p>
            <a:pPr marL="0" lvl="0" indent="0">
              <a:buNone/>
            </a:pPr>
            <a:endParaRPr lang="zh-CN" altLang="en-US" dirty="0"/>
          </a:p>
        </p:txBody>
      </p:sp>
      <p:sp>
        <p:nvSpPr>
          <p:cNvPr id="24" name="图片占位符 6"/>
          <p:cNvSpPr>
            <a:spLocks noGrp="1"/>
          </p:cNvSpPr>
          <p:nvPr>
            <p:ph type="pic" sz="quarter" idx="19"/>
          </p:nvPr>
        </p:nvSpPr>
        <p:spPr>
          <a:xfrm>
            <a:off x="4417716" y="5127194"/>
            <a:ext cx="586800" cy="586800"/>
          </a:xfrm>
          <a:prstGeom prst="flowChartConnector">
            <a:avLst/>
          </a:prstGeom>
          <a:blipFill dpi="0" rotWithShape="1">
            <a:blip r:embed="rId2"/>
            <a:srcRect/>
            <a:tile tx="0" ty="0" sx="40000" sy="40000" flip="none" algn="ctr"/>
          </a:blipFill>
        </p:spPr>
        <p:txBody>
          <a:bodyPr vert="horz" lIns="91440" tIns="45720" rIns="91440" bIns="45720" rtlCol="0">
            <a:normAutofit/>
          </a:bodyPr>
          <a:lstStyle>
            <a:lvl1pPr>
              <a:defRPr lang="zh-CN" altLang="en-US" dirty="0">
                <a:noFill/>
                <a:latin typeface="Arial" panose="020B0604020202020204" pitchFamily="34" charset="0"/>
                <a:ea typeface="微软雅黑" panose="020B0503020204020204" pitchFamily="34" charset="-122"/>
              </a:defRPr>
            </a:lvl1pPr>
          </a:lstStyle>
          <a:p>
            <a:pPr marL="0" lvl="0" indent="0">
              <a:buNone/>
            </a:pPr>
            <a:endParaRPr lang="zh-CN" altLang="en-US" dirty="0"/>
          </a:p>
        </p:txBody>
      </p:sp>
    </p:spTree>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9_图片版式1">
    <p:spTree>
      <p:nvGrpSpPr>
        <p:cNvPr id="1" name=""/>
        <p:cNvGrpSpPr/>
        <p:nvPr/>
      </p:nvGrpSpPr>
      <p:grpSpPr>
        <a:xfrm>
          <a:off x="0" y="0"/>
          <a:ext cx="0" cy="0"/>
          <a:chOff x="0" y="0"/>
          <a:chExt cx="0" cy="0"/>
        </a:xfrm>
      </p:grpSpPr>
      <p:sp>
        <p:nvSpPr>
          <p:cNvPr id="6" name="图片占位符 6"/>
          <p:cNvSpPr>
            <a:spLocks noGrp="1"/>
          </p:cNvSpPr>
          <p:nvPr>
            <p:ph type="pic" sz="quarter" idx="10"/>
          </p:nvPr>
        </p:nvSpPr>
        <p:spPr>
          <a:xfrm>
            <a:off x="1065301" y="1666881"/>
            <a:ext cx="2052000" cy="2052000"/>
          </a:xfrm>
          <a:prstGeom prst="flowChartConnector">
            <a:avLst/>
          </a:prstGeom>
          <a:blipFill dpi="0" rotWithShape="1">
            <a:blip r:embed="rId2"/>
            <a:srcRect/>
            <a:tile tx="0" ty="0" sx="70000" sy="70000" flip="none" algn="ctr"/>
          </a:blipFill>
        </p:spPr>
        <p:txBody>
          <a:bodyPr vert="horz" lIns="91440" tIns="45720" rIns="91440" bIns="45720" rtlCol="0">
            <a:normAutofit/>
          </a:bodyPr>
          <a:lstStyle>
            <a:lvl1pPr>
              <a:defRPr lang="zh-CN" altLang="en-US" dirty="0">
                <a:noFill/>
                <a:latin typeface="Arial" panose="020B0604020202020204" pitchFamily="34" charset="0"/>
                <a:ea typeface="微软雅黑" panose="020B0503020204020204" pitchFamily="34" charset="-122"/>
              </a:defRPr>
            </a:lvl1pPr>
          </a:lstStyle>
          <a:p>
            <a:pPr marL="0" lvl="0" indent="0">
              <a:buNone/>
            </a:pPr>
            <a:endParaRPr lang="zh-CN" altLang="en-US" dirty="0"/>
          </a:p>
        </p:txBody>
      </p:sp>
      <p:sp>
        <p:nvSpPr>
          <p:cNvPr id="7" name="图片占位符 6"/>
          <p:cNvSpPr>
            <a:spLocks noGrp="1"/>
          </p:cNvSpPr>
          <p:nvPr>
            <p:ph type="pic" sz="quarter" idx="11"/>
          </p:nvPr>
        </p:nvSpPr>
        <p:spPr>
          <a:xfrm>
            <a:off x="3776871" y="1666881"/>
            <a:ext cx="2052000" cy="2052000"/>
          </a:xfrm>
          <a:prstGeom prst="flowChartConnector">
            <a:avLst/>
          </a:prstGeom>
          <a:blipFill dpi="0" rotWithShape="1">
            <a:blip r:embed="rId2"/>
            <a:srcRect/>
            <a:tile tx="0" ty="0" sx="70000" sy="70000" flip="none" algn="ctr"/>
          </a:blipFill>
        </p:spPr>
        <p:txBody>
          <a:bodyPr vert="horz" lIns="91440" tIns="45720" rIns="91440" bIns="45720" rtlCol="0">
            <a:normAutofit/>
          </a:bodyPr>
          <a:lstStyle>
            <a:lvl1pPr>
              <a:defRPr lang="zh-CN" altLang="en-US" dirty="0">
                <a:noFill/>
                <a:latin typeface="Arial" panose="020B0604020202020204" pitchFamily="34" charset="0"/>
                <a:ea typeface="微软雅黑" panose="020B0503020204020204" pitchFamily="34" charset="-122"/>
              </a:defRPr>
            </a:lvl1pPr>
          </a:lstStyle>
          <a:p>
            <a:pPr marL="0" lvl="0" indent="0">
              <a:buNone/>
            </a:pPr>
            <a:endParaRPr lang="zh-CN" altLang="en-US" dirty="0"/>
          </a:p>
        </p:txBody>
      </p:sp>
      <p:sp>
        <p:nvSpPr>
          <p:cNvPr id="8" name="图片占位符 6"/>
          <p:cNvSpPr>
            <a:spLocks noGrp="1"/>
          </p:cNvSpPr>
          <p:nvPr>
            <p:ph type="pic" sz="quarter" idx="12"/>
          </p:nvPr>
        </p:nvSpPr>
        <p:spPr>
          <a:xfrm>
            <a:off x="6489774" y="1666881"/>
            <a:ext cx="2052000" cy="2052000"/>
          </a:xfrm>
          <a:prstGeom prst="flowChartConnector">
            <a:avLst/>
          </a:prstGeom>
          <a:blipFill dpi="0" rotWithShape="1">
            <a:blip r:embed="rId2"/>
            <a:srcRect/>
            <a:tile tx="0" ty="0" sx="70000" sy="70000" flip="none" algn="ctr"/>
          </a:blipFill>
        </p:spPr>
        <p:txBody>
          <a:bodyPr vert="horz" lIns="91440" tIns="45720" rIns="91440" bIns="45720" rtlCol="0">
            <a:normAutofit/>
          </a:bodyPr>
          <a:lstStyle>
            <a:lvl1pPr>
              <a:defRPr lang="zh-CN" altLang="en-US" dirty="0">
                <a:noFill/>
                <a:latin typeface="Arial" panose="020B0604020202020204" pitchFamily="34" charset="0"/>
                <a:ea typeface="微软雅黑" panose="020B0503020204020204" pitchFamily="34" charset="-122"/>
              </a:defRPr>
            </a:lvl1pPr>
          </a:lstStyle>
          <a:p>
            <a:pPr marL="0" lvl="0" indent="0">
              <a:buNone/>
            </a:pPr>
            <a:endParaRPr lang="zh-CN" altLang="en-US" dirty="0"/>
          </a:p>
        </p:txBody>
      </p:sp>
      <p:sp>
        <p:nvSpPr>
          <p:cNvPr id="9" name="图片占位符 6"/>
          <p:cNvSpPr>
            <a:spLocks noGrp="1"/>
          </p:cNvSpPr>
          <p:nvPr>
            <p:ph type="pic" sz="quarter" idx="13"/>
          </p:nvPr>
        </p:nvSpPr>
        <p:spPr>
          <a:xfrm>
            <a:off x="9201788" y="1666881"/>
            <a:ext cx="2052000" cy="2052000"/>
          </a:xfrm>
          <a:prstGeom prst="flowChartConnector">
            <a:avLst/>
          </a:prstGeom>
          <a:blipFill dpi="0" rotWithShape="1">
            <a:blip r:embed="rId2"/>
            <a:srcRect/>
            <a:tile tx="0" ty="0" sx="70000" sy="70000" flip="none" algn="ctr"/>
          </a:blipFill>
        </p:spPr>
        <p:txBody>
          <a:bodyPr vert="horz" lIns="91440" tIns="45720" rIns="91440" bIns="45720" rtlCol="0">
            <a:normAutofit/>
          </a:bodyPr>
          <a:lstStyle>
            <a:lvl1pPr>
              <a:defRPr lang="zh-CN" altLang="en-US" dirty="0">
                <a:noFill/>
                <a:latin typeface="Arial" panose="020B0604020202020204" pitchFamily="34" charset="0"/>
                <a:ea typeface="微软雅黑" panose="020B0503020204020204" pitchFamily="34" charset="-122"/>
              </a:defRPr>
            </a:lvl1pPr>
          </a:lstStyle>
          <a:p>
            <a:pPr marL="0" lvl="0" indent="0">
              <a:buNone/>
            </a:pPr>
            <a:endParaRPr lang="zh-CN" altLang="en-US" dirty="0"/>
          </a:p>
        </p:txBody>
      </p:sp>
      <p:sp>
        <p:nvSpPr>
          <p:cNvPr id="17" name="标题 16"/>
          <p:cNvSpPr>
            <a:spLocks noGrp="1"/>
          </p:cNvSpPr>
          <p:nvPr>
            <p:ph type="title"/>
          </p:nvPr>
        </p:nvSpPr>
        <p:spPr>
          <a:xfrm>
            <a:off x="479424" y="165734"/>
            <a:ext cx="11233151" cy="415498"/>
          </a:xfrm>
          <a:prstGeom prst="rect">
            <a:avLst/>
          </a:prstGeom>
          <a:noFill/>
        </p:spPr>
        <p:txBody>
          <a:bodyPr vert="horz" wrap="square" lIns="0" tIns="0" rIns="0" bIns="0" rtlCol="0" anchor="ctr">
            <a:spAutoFit/>
          </a:bodyPr>
          <a:lstStyle>
            <a:lvl1pPr marL="449580" indent="-449580">
              <a:buFont typeface="Wingdings" panose="05000000000000000000" pitchFamily="2" charset="2"/>
              <a:buChar char=""/>
              <a:defRPr lang="zh-CN" altLang="en-US" sz="3000" b="1" dirty="0">
                <a:solidFill>
                  <a:schemeClr val="bg1"/>
                </a:solidFill>
                <a:latin typeface="微软雅黑" panose="020B0503020204020204" pitchFamily="34" charset="-122"/>
                <a:ea typeface="微软雅黑" panose="020B0503020204020204" pitchFamily="34" charset="-122"/>
                <a:cs typeface="+mn-cs"/>
              </a:defRPr>
            </a:lvl1pPr>
          </a:lstStyle>
          <a:p>
            <a:pPr marL="533400" lvl="0" indent="-533400">
              <a:buFont typeface="Wingdings" panose="05000000000000000000" pitchFamily="2" charset="2"/>
              <a:buChar char=""/>
            </a:pPr>
            <a:endParaRPr lang="zh-CN" altLang="en-US" dirty="0"/>
          </a:p>
        </p:txBody>
      </p:sp>
    </p:spTree>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0_图片版式1">
    <p:spTree>
      <p:nvGrpSpPr>
        <p:cNvPr id="1" name=""/>
        <p:cNvGrpSpPr/>
        <p:nvPr/>
      </p:nvGrpSpPr>
      <p:grpSpPr>
        <a:xfrm>
          <a:off x="0" y="0"/>
          <a:ext cx="0" cy="0"/>
          <a:chOff x="0" y="0"/>
          <a:chExt cx="0" cy="0"/>
        </a:xfrm>
      </p:grpSpPr>
      <p:sp>
        <p:nvSpPr>
          <p:cNvPr id="4" name="图片占位符 4"/>
          <p:cNvSpPr>
            <a:spLocks noGrp="1"/>
          </p:cNvSpPr>
          <p:nvPr>
            <p:ph type="pic" sz="quarter" idx="14"/>
          </p:nvPr>
        </p:nvSpPr>
        <p:spPr>
          <a:xfrm>
            <a:off x="923019" y="1714500"/>
            <a:ext cx="4787900" cy="2222500"/>
          </a:xfrm>
          <a:prstGeom prst="rect">
            <a:avLst/>
          </a:prstGeom>
          <a:blipFill dpi="0" rotWithShape="1">
            <a:blip r:embed="rId2"/>
            <a:srcRect/>
            <a:tile tx="-1016000" ty="0" sx="70000" sy="70000" flip="none" algn="ctr"/>
          </a:blipFill>
        </p:spPr>
        <p:txBody>
          <a:bodyPr vert="horz" lIns="91440" tIns="45720" rIns="91440" bIns="45720" rtlCol="0">
            <a:normAutofit/>
          </a:bodyPr>
          <a:lstStyle>
            <a:lvl1pPr>
              <a:defRPr lang="zh-CN" altLang="en-US" dirty="0">
                <a:noFill/>
                <a:latin typeface="Arial" panose="020B0604020202020204" pitchFamily="34" charset="0"/>
                <a:ea typeface="微软雅黑" panose="020B0503020204020204" pitchFamily="34" charset="-122"/>
              </a:defRPr>
            </a:lvl1pPr>
          </a:lstStyle>
          <a:p>
            <a:pPr marL="0" lvl="0" indent="0">
              <a:buNone/>
            </a:pPr>
            <a:endParaRPr lang="zh-CN" altLang="en-US" dirty="0"/>
          </a:p>
        </p:txBody>
      </p:sp>
      <p:sp>
        <p:nvSpPr>
          <p:cNvPr id="6" name="图片占位符 4"/>
          <p:cNvSpPr>
            <a:spLocks noGrp="1"/>
          </p:cNvSpPr>
          <p:nvPr>
            <p:ph type="pic" sz="quarter" idx="15"/>
          </p:nvPr>
        </p:nvSpPr>
        <p:spPr>
          <a:xfrm>
            <a:off x="6418263" y="1714500"/>
            <a:ext cx="4824412" cy="2222500"/>
          </a:xfrm>
          <a:prstGeom prst="rect">
            <a:avLst/>
          </a:prstGeom>
          <a:blipFill dpi="0" rotWithShape="1">
            <a:blip r:embed="rId2"/>
            <a:srcRect/>
            <a:tile tx="-1016000" ty="0" sx="70000" sy="70000" flip="none" algn="ctr"/>
          </a:blipFill>
        </p:spPr>
        <p:txBody>
          <a:bodyPr vert="horz" lIns="91440" tIns="45720" rIns="91440" bIns="45720" rtlCol="0">
            <a:normAutofit/>
          </a:bodyPr>
          <a:lstStyle>
            <a:lvl1pPr>
              <a:defRPr lang="zh-CN" altLang="en-US" dirty="0">
                <a:noFill/>
                <a:latin typeface="Arial" panose="020B0604020202020204" pitchFamily="34" charset="0"/>
                <a:ea typeface="微软雅黑" panose="020B0503020204020204" pitchFamily="34" charset="-122"/>
              </a:defRPr>
            </a:lvl1pPr>
          </a:lstStyle>
          <a:p>
            <a:pPr marL="0" lvl="0" indent="0">
              <a:buNone/>
            </a:pPr>
            <a:endParaRPr lang="zh-CN" altLang="en-US" dirty="0"/>
          </a:p>
        </p:txBody>
      </p:sp>
      <p:sp>
        <p:nvSpPr>
          <p:cNvPr id="17" name="标题 16"/>
          <p:cNvSpPr>
            <a:spLocks noGrp="1"/>
          </p:cNvSpPr>
          <p:nvPr>
            <p:ph type="title"/>
          </p:nvPr>
        </p:nvSpPr>
        <p:spPr>
          <a:xfrm>
            <a:off x="479424" y="165734"/>
            <a:ext cx="11233151" cy="415498"/>
          </a:xfrm>
          <a:prstGeom prst="rect">
            <a:avLst/>
          </a:prstGeom>
          <a:noFill/>
        </p:spPr>
        <p:txBody>
          <a:bodyPr vert="horz" wrap="square" lIns="0" tIns="0" rIns="0" bIns="0" rtlCol="0" anchor="ctr">
            <a:spAutoFit/>
          </a:bodyPr>
          <a:lstStyle>
            <a:lvl1pPr marL="449580" indent="-449580">
              <a:buFont typeface="Wingdings" panose="05000000000000000000" pitchFamily="2" charset="2"/>
              <a:buChar char=""/>
              <a:defRPr lang="zh-CN" altLang="en-US" sz="3000" b="1" dirty="0">
                <a:solidFill>
                  <a:schemeClr val="bg1"/>
                </a:solidFill>
                <a:latin typeface="微软雅黑" panose="020B0503020204020204" pitchFamily="34" charset="-122"/>
                <a:ea typeface="微软雅黑" panose="020B0503020204020204" pitchFamily="34" charset="-122"/>
                <a:cs typeface="+mn-cs"/>
              </a:defRPr>
            </a:lvl1pPr>
          </a:lstStyle>
          <a:p>
            <a:pPr marL="533400" lvl="0" indent="-533400">
              <a:buFont typeface="Wingdings" panose="05000000000000000000" pitchFamily="2" charset="2"/>
              <a:buChar char=""/>
            </a:pPr>
            <a:endParaRPr lang="zh-CN" altLang="en-US" dirty="0"/>
          </a:p>
        </p:txBody>
      </p:sp>
    </p:spTree>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1_图片版式1">
    <p:spTree>
      <p:nvGrpSpPr>
        <p:cNvPr id="1" name=""/>
        <p:cNvGrpSpPr/>
        <p:nvPr/>
      </p:nvGrpSpPr>
      <p:grpSpPr>
        <a:xfrm>
          <a:off x="0" y="0"/>
          <a:ext cx="0" cy="0"/>
          <a:chOff x="0" y="0"/>
          <a:chExt cx="0" cy="0"/>
        </a:xfrm>
      </p:grpSpPr>
      <p:sp>
        <p:nvSpPr>
          <p:cNvPr id="3" name="图片占位符 4"/>
          <p:cNvSpPr>
            <a:spLocks noGrp="1"/>
          </p:cNvSpPr>
          <p:nvPr>
            <p:ph type="pic" sz="quarter" idx="14"/>
          </p:nvPr>
        </p:nvSpPr>
        <p:spPr>
          <a:xfrm>
            <a:off x="6372226" y="1524000"/>
            <a:ext cx="2219326" cy="3947886"/>
          </a:xfrm>
          <a:prstGeom prst="rect">
            <a:avLst/>
          </a:prstGeom>
          <a:blipFill dpi="0" rotWithShape="1">
            <a:blip r:embed="rId2"/>
            <a:srcRect/>
            <a:tile tx="0" ty="0" sx="70000" sy="70000" flip="none" algn="ctr"/>
          </a:blipFill>
        </p:spPr>
        <p:txBody>
          <a:bodyPr vert="horz" lIns="91440" tIns="45720" rIns="91440" bIns="45720" rtlCol="0">
            <a:normAutofit/>
          </a:bodyPr>
          <a:lstStyle>
            <a:lvl1pPr>
              <a:defRPr lang="zh-CN" altLang="en-US" dirty="0">
                <a:noFill/>
                <a:latin typeface="Arial" panose="020B0604020202020204" pitchFamily="34" charset="0"/>
                <a:ea typeface="微软雅黑" panose="020B0503020204020204" pitchFamily="34" charset="-122"/>
              </a:defRPr>
            </a:lvl1pPr>
          </a:lstStyle>
          <a:p>
            <a:pPr marL="0" lvl="0" indent="0">
              <a:buNone/>
            </a:pPr>
            <a:endParaRPr lang="zh-CN" altLang="en-US" dirty="0"/>
          </a:p>
        </p:txBody>
      </p:sp>
      <p:sp>
        <p:nvSpPr>
          <p:cNvPr id="17" name="标题 16"/>
          <p:cNvSpPr>
            <a:spLocks noGrp="1"/>
          </p:cNvSpPr>
          <p:nvPr>
            <p:ph type="title"/>
          </p:nvPr>
        </p:nvSpPr>
        <p:spPr>
          <a:xfrm>
            <a:off x="479424" y="165734"/>
            <a:ext cx="11233151" cy="415498"/>
          </a:xfrm>
          <a:prstGeom prst="rect">
            <a:avLst/>
          </a:prstGeom>
          <a:noFill/>
        </p:spPr>
        <p:txBody>
          <a:bodyPr vert="horz" wrap="square" lIns="0" tIns="0" rIns="0" bIns="0" rtlCol="0" anchor="ctr">
            <a:spAutoFit/>
          </a:bodyPr>
          <a:lstStyle>
            <a:lvl1pPr marL="449580" indent="-449580">
              <a:buFont typeface="Wingdings" panose="05000000000000000000" pitchFamily="2" charset="2"/>
              <a:buChar char=""/>
              <a:defRPr lang="zh-CN" altLang="en-US" sz="3000" b="1" dirty="0">
                <a:solidFill>
                  <a:schemeClr val="bg1"/>
                </a:solidFill>
                <a:latin typeface="微软雅黑" panose="020B0503020204020204" pitchFamily="34" charset="-122"/>
                <a:ea typeface="微软雅黑" panose="020B0503020204020204" pitchFamily="34" charset="-122"/>
                <a:cs typeface="+mn-cs"/>
              </a:defRPr>
            </a:lvl1pPr>
          </a:lstStyle>
          <a:p>
            <a:pPr marL="533400" lvl="0" indent="-533400">
              <a:buFont typeface="Wingdings" panose="05000000000000000000" pitchFamily="2" charset="2"/>
              <a:buChar char=""/>
            </a:pPr>
            <a:endParaRPr lang="zh-CN" altLang="en-US" dirty="0"/>
          </a:p>
        </p:txBody>
      </p:sp>
    </p:spTree>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2_图片版式1">
    <p:spTree>
      <p:nvGrpSpPr>
        <p:cNvPr id="1" name=""/>
        <p:cNvGrpSpPr/>
        <p:nvPr/>
      </p:nvGrpSpPr>
      <p:grpSpPr>
        <a:xfrm>
          <a:off x="0" y="0"/>
          <a:ext cx="0" cy="0"/>
          <a:chOff x="0" y="0"/>
          <a:chExt cx="0" cy="0"/>
        </a:xfrm>
      </p:grpSpPr>
      <p:sp>
        <p:nvSpPr>
          <p:cNvPr id="4" name="图片占位符 4"/>
          <p:cNvSpPr>
            <a:spLocks noGrp="1"/>
          </p:cNvSpPr>
          <p:nvPr>
            <p:ph type="pic" sz="quarter" idx="14"/>
          </p:nvPr>
        </p:nvSpPr>
        <p:spPr>
          <a:xfrm>
            <a:off x="5317515" y="2838556"/>
            <a:ext cx="3264510" cy="1839392"/>
          </a:xfrm>
          <a:prstGeom prst="rect">
            <a:avLst/>
          </a:prstGeom>
          <a:blipFill dpi="0" rotWithShape="1">
            <a:blip r:embed="rId2"/>
            <a:srcRect/>
            <a:tile tx="0" ty="0" sx="70000" sy="70000" flip="none" algn="ctr"/>
          </a:blipFill>
        </p:spPr>
        <p:txBody>
          <a:bodyPr vert="horz" lIns="91440" tIns="45720" rIns="91440" bIns="45720" rtlCol="0">
            <a:normAutofit/>
          </a:bodyPr>
          <a:lstStyle>
            <a:lvl1pPr>
              <a:defRPr lang="zh-CN" altLang="en-US" dirty="0">
                <a:noFill/>
                <a:latin typeface="Arial" panose="020B0604020202020204" pitchFamily="34" charset="0"/>
                <a:ea typeface="微软雅黑" panose="020B0503020204020204" pitchFamily="34" charset="-122"/>
              </a:defRPr>
            </a:lvl1pPr>
          </a:lstStyle>
          <a:p>
            <a:pPr marL="0" lvl="0" indent="0">
              <a:buNone/>
            </a:pPr>
            <a:endParaRPr lang="zh-CN" altLang="en-US" dirty="0"/>
          </a:p>
        </p:txBody>
      </p:sp>
      <p:sp>
        <p:nvSpPr>
          <p:cNvPr id="5" name="图片占位符 4"/>
          <p:cNvSpPr>
            <a:spLocks noGrp="1"/>
          </p:cNvSpPr>
          <p:nvPr>
            <p:ph type="pic" sz="quarter" idx="15"/>
          </p:nvPr>
        </p:nvSpPr>
        <p:spPr>
          <a:xfrm>
            <a:off x="9337676" y="1828906"/>
            <a:ext cx="2287588" cy="1288944"/>
          </a:xfrm>
          <a:prstGeom prst="rect">
            <a:avLst/>
          </a:prstGeom>
          <a:blipFill dpi="0" rotWithShape="1">
            <a:blip r:embed="rId2"/>
            <a:srcRect/>
            <a:tile tx="0" ty="0" sx="70000" sy="70000" flip="none" algn="ctr"/>
          </a:blipFill>
        </p:spPr>
        <p:txBody>
          <a:bodyPr vert="horz" lIns="91440" tIns="45720" rIns="91440" bIns="45720" rtlCol="0">
            <a:normAutofit/>
          </a:bodyPr>
          <a:lstStyle>
            <a:lvl1pPr>
              <a:defRPr lang="zh-CN" altLang="en-US" dirty="0">
                <a:noFill/>
                <a:latin typeface="Arial" panose="020B0604020202020204" pitchFamily="34" charset="0"/>
                <a:ea typeface="微软雅黑" panose="020B0503020204020204" pitchFamily="34" charset="-122"/>
              </a:defRPr>
            </a:lvl1pPr>
          </a:lstStyle>
          <a:p>
            <a:pPr marL="0" lvl="0" indent="0">
              <a:buNone/>
            </a:pPr>
            <a:endParaRPr lang="zh-CN" altLang="en-US" dirty="0"/>
          </a:p>
        </p:txBody>
      </p:sp>
      <p:sp>
        <p:nvSpPr>
          <p:cNvPr id="17" name="标题 16"/>
          <p:cNvSpPr>
            <a:spLocks noGrp="1"/>
          </p:cNvSpPr>
          <p:nvPr>
            <p:ph type="title"/>
          </p:nvPr>
        </p:nvSpPr>
        <p:spPr>
          <a:xfrm>
            <a:off x="479424" y="165734"/>
            <a:ext cx="11233151" cy="415498"/>
          </a:xfrm>
          <a:prstGeom prst="rect">
            <a:avLst/>
          </a:prstGeom>
          <a:noFill/>
        </p:spPr>
        <p:txBody>
          <a:bodyPr vert="horz" wrap="square" lIns="0" tIns="0" rIns="0" bIns="0" rtlCol="0" anchor="ctr">
            <a:spAutoFit/>
          </a:bodyPr>
          <a:lstStyle>
            <a:lvl1pPr marL="449580" indent="-449580">
              <a:buFont typeface="Wingdings" panose="05000000000000000000" pitchFamily="2" charset="2"/>
              <a:buChar char=""/>
              <a:defRPr lang="zh-CN" altLang="en-US" sz="3000" b="1" dirty="0">
                <a:solidFill>
                  <a:schemeClr val="bg1"/>
                </a:solidFill>
                <a:latin typeface="微软雅黑" panose="020B0503020204020204" pitchFamily="34" charset="-122"/>
                <a:ea typeface="微软雅黑" panose="020B0503020204020204" pitchFamily="34" charset="-122"/>
                <a:cs typeface="+mn-cs"/>
              </a:defRPr>
            </a:lvl1pPr>
          </a:lstStyle>
          <a:p>
            <a:pPr marL="533400" lvl="0" indent="-533400">
              <a:buFont typeface="Wingdings" panose="05000000000000000000" pitchFamily="2" charset="2"/>
              <a:buChar char=""/>
            </a:pPr>
            <a:endParaRPr lang="zh-CN" altLang="en-US" dirty="0"/>
          </a:p>
        </p:txBody>
      </p:sp>
    </p:spTree>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3_图片版式1">
    <p:spTree>
      <p:nvGrpSpPr>
        <p:cNvPr id="1" name=""/>
        <p:cNvGrpSpPr/>
        <p:nvPr/>
      </p:nvGrpSpPr>
      <p:grpSpPr>
        <a:xfrm>
          <a:off x="0" y="0"/>
          <a:ext cx="0" cy="0"/>
          <a:chOff x="0" y="0"/>
          <a:chExt cx="0" cy="0"/>
        </a:xfrm>
      </p:grpSpPr>
      <p:sp>
        <p:nvSpPr>
          <p:cNvPr id="3" name="图片占位符 4"/>
          <p:cNvSpPr>
            <a:spLocks noGrp="1"/>
          </p:cNvSpPr>
          <p:nvPr>
            <p:ph type="pic" sz="quarter" idx="14"/>
          </p:nvPr>
        </p:nvSpPr>
        <p:spPr>
          <a:xfrm>
            <a:off x="1363038" y="1842015"/>
            <a:ext cx="1942137" cy="3406260"/>
          </a:xfrm>
          <a:prstGeom prst="rect">
            <a:avLst/>
          </a:prstGeom>
          <a:blipFill dpi="0" rotWithShape="1">
            <a:blip r:embed="rId2"/>
            <a:srcRect/>
            <a:tile tx="0" ty="0" sx="70000" sy="70000" flip="none" algn="ctr"/>
          </a:blipFill>
        </p:spPr>
        <p:txBody>
          <a:bodyPr vert="horz" lIns="91440" tIns="45720" rIns="91440" bIns="45720" rtlCol="0">
            <a:normAutofit/>
          </a:bodyPr>
          <a:lstStyle>
            <a:lvl1pPr>
              <a:defRPr lang="zh-CN" altLang="en-US" dirty="0">
                <a:noFill/>
                <a:latin typeface="Arial" panose="020B0604020202020204" pitchFamily="34" charset="0"/>
                <a:ea typeface="微软雅黑" panose="020B0503020204020204" pitchFamily="34" charset="-122"/>
              </a:defRPr>
            </a:lvl1pPr>
          </a:lstStyle>
          <a:p>
            <a:pPr marL="0" lvl="0" indent="0">
              <a:buNone/>
            </a:pPr>
            <a:endParaRPr lang="zh-CN" altLang="en-US" dirty="0"/>
          </a:p>
        </p:txBody>
      </p:sp>
      <p:sp>
        <p:nvSpPr>
          <p:cNvPr id="17" name="标题 16"/>
          <p:cNvSpPr>
            <a:spLocks noGrp="1"/>
          </p:cNvSpPr>
          <p:nvPr>
            <p:ph type="title"/>
          </p:nvPr>
        </p:nvSpPr>
        <p:spPr>
          <a:xfrm>
            <a:off x="479424" y="165734"/>
            <a:ext cx="11233151" cy="415498"/>
          </a:xfrm>
          <a:prstGeom prst="rect">
            <a:avLst/>
          </a:prstGeom>
          <a:noFill/>
        </p:spPr>
        <p:txBody>
          <a:bodyPr vert="horz" wrap="square" lIns="0" tIns="0" rIns="0" bIns="0" rtlCol="0" anchor="ctr">
            <a:spAutoFit/>
          </a:bodyPr>
          <a:lstStyle>
            <a:lvl1pPr marL="449580" indent="-449580">
              <a:buFont typeface="Wingdings" panose="05000000000000000000" pitchFamily="2" charset="2"/>
              <a:buChar char=""/>
              <a:defRPr lang="zh-CN" altLang="en-US" sz="3000" b="1" dirty="0">
                <a:solidFill>
                  <a:schemeClr val="bg1"/>
                </a:solidFill>
                <a:latin typeface="微软雅黑" panose="020B0503020204020204" pitchFamily="34" charset="-122"/>
                <a:ea typeface="微软雅黑" panose="020B0503020204020204" pitchFamily="34" charset="-122"/>
                <a:cs typeface="+mn-cs"/>
              </a:defRPr>
            </a:lvl1pPr>
          </a:lstStyle>
          <a:p>
            <a:pPr marL="533400" lvl="0" indent="-533400">
              <a:buFont typeface="Wingdings" panose="05000000000000000000" pitchFamily="2" charset="2"/>
              <a:buChar char=""/>
            </a:pPr>
            <a:endParaRPr lang="zh-CN" altLang="en-US" dirty="0"/>
          </a:p>
        </p:txBody>
      </p:sp>
    </p:spTree>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4_图片版式1">
    <p:spTree>
      <p:nvGrpSpPr>
        <p:cNvPr id="1" name=""/>
        <p:cNvGrpSpPr/>
        <p:nvPr/>
      </p:nvGrpSpPr>
      <p:grpSpPr>
        <a:xfrm>
          <a:off x="0" y="0"/>
          <a:ext cx="0" cy="0"/>
          <a:chOff x="0" y="0"/>
          <a:chExt cx="0" cy="0"/>
        </a:xfrm>
      </p:grpSpPr>
      <p:sp>
        <p:nvSpPr>
          <p:cNvPr id="5" name="图片占位符 4"/>
          <p:cNvSpPr>
            <a:spLocks noGrp="1"/>
          </p:cNvSpPr>
          <p:nvPr>
            <p:ph type="pic" sz="quarter" idx="14"/>
          </p:nvPr>
        </p:nvSpPr>
        <p:spPr>
          <a:xfrm>
            <a:off x="4223207" y="2560320"/>
            <a:ext cx="1238232" cy="2171701"/>
          </a:xfrm>
          <a:prstGeom prst="rect">
            <a:avLst/>
          </a:prstGeom>
          <a:blipFill dpi="0" rotWithShape="1">
            <a:blip r:embed="rId2"/>
            <a:srcRect/>
            <a:tile tx="0" ty="0" sx="50000" sy="50000" flip="none" algn="ctr"/>
          </a:blipFill>
        </p:spPr>
        <p:txBody>
          <a:bodyPr vert="horz" lIns="91440" tIns="45720" rIns="91440" bIns="45720" rtlCol="0">
            <a:normAutofit/>
          </a:bodyPr>
          <a:lstStyle>
            <a:lvl1pPr>
              <a:defRPr lang="zh-CN" altLang="en-US" dirty="0">
                <a:noFill/>
                <a:latin typeface="Arial" panose="020B0604020202020204" pitchFamily="34" charset="0"/>
                <a:ea typeface="微软雅黑" panose="020B0503020204020204" pitchFamily="34" charset="-122"/>
              </a:defRPr>
            </a:lvl1pPr>
          </a:lstStyle>
          <a:p>
            <a:pPr marL="0" lvl="0" indent="0">
              <a:buNone/>
            </a:pPr>
            <a:endParaRPr lang="zh-CN" altLang="en-US" dirty="0"/>
          </a:p>
        </p:txBody>
      </p:sp>
      <p:sp>
        <p:nvSpPr>
          <p:cNvPr id="7" name="图片占位符 4"/>
          <p:cNvSpPr>
            <a:spLocks noGrp="1"/>
          </p:cNvSpPr>
          <p:nvPr>
            <p:ph type="pic" sz="quarter" idx="16"/>
          </p:nvPr>
        </p:nvSpPr>
        <p:spPr>
          <a:xfrm>
            <a:off x="6836324" y="2560320"/>
            <a:ext cx="1238232" cy="2171701"/>
          </a:xfrm>
          <a:prstGeom prst="rect">
            <a:avLst/>
          </a:prstGeom>
          <a:blipFill dpi="0" rotWithShape="1">
            <a:blip r:embed="rId2"/>
            <a:srcRect/>
            <a:tile tx="0" ty="0" sx="50000" sy="50000" flip="none" algn="ctr"/>
          </a:blipFill>
        </p:spPr>
        <p:txBody>
          <a:bodyPr vert="horz" lIns="91440" tIns="45720" rIns="91440" bIns="45720" rtlCol="0">
            <a:normAutofit/>
          </a:bodyPr>
          <a:lstStyle>
            <a:lvl1pPr>
              <a:defRPr lang="zh-CN" altLang="en-US" dirty="0">
                <a:noFill/>
                <a:latin typeface="Arial" panose="020B0604020202020204" pitchFamily="34" charset="0"/>
                <a:ea typeface="微软雅黑" panose="020B0503020204020204" pitchFamily="34" charset="-122"/>
              </a:defRPr>
            </a:lvl1pPr>
          </a:lstStyle>
          <a:p>
            <a:pPr marL="0" lvl="0" indent="0">
              <a:buNone/>
            </a:pPr>
            <a:endParaRPr lang="zh-CN" altLang="en-US" dirty="0"/>
          </a:p>
        </p:txBody>
      </p:sp>
      <p:sp>
        <p:nvSpPr>
          <p:cNvPr id="6" name="图片占位符 4"/>
          <p:cNvSpPr>
            <a:spLocks noGrp="1"/>
          </p:cNvSpPr>
          <p:nvPr>
            <p:ph type="pic" sz="quarter" idx="15"/>
          </p:nvPr>
        </p:nvSpPr>
        <p:spPr>
          <a:xfrm>
            <a:off x="5334466" y="2154435"/>
            <a:ext cx="1586910" cy="2783238"/>
          </a:xfrm>
          <a:prstGeom prst="rect">
            <a:avLst/>
          </a:prstGeom>
          <a:blipFill dpi="0" rotWithShape="1">
            <a:blip r:embed="rId2"/>
            <a:srcRect/>
            <a:tile tx="0" ty="0" sx="50000" sy="50000" flip="none" algn="ctr"/>
          </a:blipFill>
        </p:spPr>
        <p:txBody>
          <a:bodyPr vert="horz" lIns="91440" tIns="45720" rIns="91440" bIns="45720" rtlCol="0">
            <a:normAutofit/>
          </a:bodyPr>
          <a:lstStyle>
            <a:lvl1pPr>
              <a:defRPr lang="zh-CN" altLang="en-US" dirty="0">
                <a:noFill/>
                <a:latin typeface="Arial" panose="020B0604020202020204" pitchFamily="34" charset="0"/>
                <a:ea typeface="微软雅黑" panose="020B0503020204020204" pitchFamily="34" charset="-122"/>
              </a:defRPr>
            </a:lvl1pPr>
          </a:lstStyle>
          <a:p>
            <a:pPr marL="0" lvl="0" indent="0">
              <a:buNone/>
            </a:pPr>
            <a:endParaRPr lang="zh-CN" altLang="en-US" dirty="0"/>
          </a:p>
        </p:txBody>
      </p:sp>
      <p:sp>
        <p:nvSpPr>
          <p:cNvPr id="17" name="标题 16"/>
          <p:cNvSpPr>
            <a:spLocks noGrp="1"/>
          </p:cNvSpPr>
          <p:nvPr>
            <p:ph type="title"/>
          </p:nvPr>
        </p:nvSpPr>
        <p:spPr>
          <a:xfrm>
            <a:off x="479424" y="165734"/>
            <a:ext cx="11233151" cy="415498"/>
          </a:xfrm>
          <a:prstGeom prst="rect">
            <a:avLst/>
          </a:prstGeom>
          <a:noFill/>
        </p:spPr>
        <p:txBody>
          <a:bodyPr vert="horz" wrap="square" lIns="0" tIns="0" rIns="0" bIns="0" rtlCol="0" anchor="ctr">
            <a:spAutoFit/>
          </a:bodyPr>
          <a:lstStyle>
            <a:lvl1pPr marL="449580" indent="-449580">
              <a:buFont typeface="Wingdings" panose="05000000000000000000" pitchFamily="2" charset="2"/>
              <a:buChar char=""/>
              <a:defRPr lang="zh-CN" altLang="en-US" sz="3000" b="1" dirty="0">
                <a:solidFill>
                  <a:schemeClr val="bg1"/>
                </a:solidFill>
                <a:latin typeface="微软雅黑" panose="020B0503020204020204" pitchFamily="34" charset="-122"/>
                <a:ea typeface="微软雅黑" panose="020B0503020204020204" pitchFamily="34" charset="-122"/>
                <a:cs typeface="+mn-cs"/>
              </a:defRPr>
            </a:lvl1pPr>
          </a:lstStyle>
          <a:p>
            <a:pPr marL="533400" lvl="0" indent="-533400">
              <a:buFont typeface="Wingdings" panose="05000000000000000000" pitchFamily="2" charset="2"/>
              <a:buChar char=""/>
            </a:pPr>
            <a:endParaRPr lang="zh-CN" altLang="en-US" dirty="0"/>
          </a:p>
        </p:txBody>
      </p:sp>
    </p:spTree>
  </p:cSld>
  <p:clrMapOvr>
    <a:masterClrMapping/>
  </p:clrMapOvr>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a:xfrm>
            <a:off x="4038600" y="6356350"/>
            <a:ext cx="4114800" cy="365125"/>
          </a:xfr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p:spPr>
        <p:txBody>
          <a:bodyPr/>
          <a:lstStyle/>
          <a:p>
            <a:fld id="{7D9BB5D0-35E4-459D-AEF3-FE4D7C45CC19}"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0" Type="http://schemas.openxmlformats.org/officeDocument/2006/relationships/theme" Target="../theme/theme1.xml"/><Relationship Id="rId2" Type="http://schemas.openxmlformats.org/officeDocument/2006/relationships/slideLayout" Target="../slideLayouts/slideLayout2.xml"/><Relationship Id="rId19" Type="http://schemas.openxmlformats.org/officeDocument/2006/relationships/image" Target="../media/image2.png"/><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矩形 11"/>
          <p:cNvSpPr/>
          <p:nvPr userDrawn="1"/>
        </p:nvSpPr>
        <p:spPr>
          <a:xfrm>
            <a:off x="0" y="0"/>
            <a:ext cx="12192000" cy="732289"/>
          </a:xfrm>
          <a:prstGeom prst="rect">
            <a:avLst/>
          </a:prstGeom>
          <a:solidFill>
            <a:schemeClr val="accent1"/>
          </a:solidFill>
          <a:ln w="124408" cap="flat">
            <a:noFill/>
            <a:prstDash val="solid"/>
            <a:miter/>
          </a:ln>
        </p:spPr>
        <p:txBody>
          <a:bodyPr rtlCol="0" anchor="ctr"/>
          <a:lstStyle/>
          <a:p>
            <a:endParaRPr lang="zh-CN" altLang="en-US" dirty="0"/>
          </a:p>
        </p:txBody>
      </p:sp>
      <p:sp>
        <p:nvSpPr>
          <p:cNvPr id="15" name="页码"/>
          <p:cNvSpPr txBox="1"/>
          <p:nvPr userDrawn="1"/>
        </p:nvSpPr>
        <p:spPr>
          <a:xfrm>
            <a:off x="11587191" y="6505615"/>
            <a:ext cx="187552" cy="184666"/>
          </a:xfrm>
          <a:prstGeom prst="rect">
            <a:avLst/>
          </a:prstGeom>
          <a:noFill/>
        </p:spPr>
        <p:txBody>
          <a:bodyPr vert="horz" wrap="none" lIns="0" tIns="0" rIns="0" bIns="0" rtlCol="0" anchor="ctr">
            <a:spAutoFit/>
          </a:bodyP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A48DBFAF-01A5-47DE-A33F-834723B47D4E}" type="slidenum">
              <a:rPr lang="ja-JP" altLang="en-US" sz="1200" b="1" smtClean="0">
                <a:solidFill>
                  <a:schemeClr val="bg1">
                    <a:lumMod val="50000"/>
                  </a:schemeClr>
                </a:solidFill>
                <a:latin typeface="Arial" panose="020B0604020202020204" pitchFamily="34" charset="0"/>
                <a:ea typeface="微软雅黑" panose="020B0503020204020204" pitchFamily="34" charset="-122"/>
                <a:cs typeface="Arial" panose="020B0604020202020204" pitchFamily="34" charset="0"/>
              </a:rPr>
            </a:fld>
            <a:endParaRPr lang="ja-JP" altLang="en-US" sz="1200" b="1" dirty="0">
              <a:solidFill>
                <a:schemeClr val="bg1">
                  <a:lumMod val="50000"/>
                </a:schemeClr>
              </a:solidFill>
              <a:latin typeface="Arial" panose="020B0604020202020204" pitchFamily="34" charset="0"/>
              <a:ea typeface="微软雅黑" panose="020B0503020204020204" pitchFamily="34" charset="-122"/>
              <a:cs typeface="Arial" panose="020B0604020202020204" pitchFamily="34" charset="0"/>
            </a:endParaRPr>
          </a:p>
        </p:txBody>
      </p:sp>
      <p:pic>
        <p:nvPicPr>
          <p:cNvPr id="16" name="logo"/>
          <p:cNvPicPr>
            <a:picLocks noChangeAspect="1"/>
          </p:cNvPicPr>
          <p:nvPr userDrawn="1"/>
        </p:nvPicPr>
        <p:blipFill>
          <a:blip r:embed="rId19">
            <a:extLst>
              <a:ext uri="{28A0092B-C50C-407E-A947-70E740481C1C}">
                <a14:useLocalDpi xmlns:a14="http://schemas.microsoft.com/office/drawing/2010/main" val="0"/>
              </a:ext>
            </a:extLst>
          </a:blip>
          <a:stretch>
            <a:fillRect/>
          </a:stretch>
        </p:blipFill>
        <p:spPr>
          <a:xfrm>
            <a:off x="339724" y="6422508"/>
            <a:ext cx="315471" cy="315471"/>
          </a:xfrm>
          <a:prstGeom prst="rect">
            <a:avLst/>
          </a:prstGeom>
        </p:spPr>
      </p:pic>
      <p:sp>
        <p:nvSpPr>
          <p:cNvPr id="17" name="标题 16"/>
          <p:cNvSpPr txBox="1"/>
          <p:nvPr userDrawn="1"/>
        </p:nvSpPr>
        <p:spPr>
          <a:xfrm>
            <a:off x="479424" y="165734"/>
            <a:ext cx="11233151" cy="415498"/>
          </a:xfrm>
          <a:prstGeom prst="rect">
            <a:avLst/>
          </a:prstGeom>
          <a:noFill/>
        </p:spPr>
        <p:txBody>
          <a:bodyPr vert="horz" wrap="square" lIns="0" tIns="0" rIns="0" bIns="0" rtlCol="0" anchor="ctr">
            <a:spAutoFit/>
          </a:bodyPr>
          <a:lstStyle>
            <a:lvl1pPr marL="449580" indent="-449580" algn="l" defTabSz="914400" rtl="0" eaLnBrk="1" latinLnBrk="0" hangingPunct="1">
              <a:lnSpc>
                <a:spcPct val="90000"/>
              </a:lnSpc>
              <a:spcBef>
                <a:spcPct val="0"/>
              </a:spcBef>
              <a:buFont typeface="Wingdings" panose="05000000000000000000" pitchFamily="2" charset="2"/>
              <a:buChar char=""/>
              <a:defRPr lang="zh-CN" altLang="en-US" sz="3000" b="1" kern="1200" dirty="0">
                <a:solidFill>
                  <a:schemeClr val="bg1"/>
                </a:solidFill>
                <a:latin typeface="微软雅黑" panose="020B0503020204020204" pitchFamily="34" charset="-122"/>
                <a:ea typeface="微软雅黑" panose="020B0503020204020204" pitchFamily="34" charset="-122"/>
                <a:cs typeface="+mn-cs"/>
              </a:defRPr>
            </a:lvl1pPr>
          </a:lstStyle>
          <a:p>
            <a:pPr marL="533400" indent="-533400"/>
            <a:endParaRPr lang="en-US" dirty="0"/>
          </a:p>
        </p:txBody>
      </p:sp>
      <p:sp>
        <p:nvSpPr>
          <p:cNvPr id="18" name="标题占位符 17"/>
          <p:cNvSpPr>
            <a:spLocks noGrp="1"/>
          </p:cNvSpPr>
          <p:nvPr>
            <p:ph type="title"/>
          </p:nvPr>
        </p:nvSpPr>
        <p:spPr>
          <a:xfrm>
            <a:off x="472169" y="158395"/>
            <a:ext cx="11302574" cy="415498"/>
          </a:xfrm>
          <a:prstGeom prst="rect">
            <a:avLst/>
          </a:prstGeom>
          <a:noFill/>
        </p:spPr>
        <p:txBody>
          <a:bodyPr vert="horz" wrap="square" lIns="0" tIns="0" rIns="0" bIns="0" rtlCol="0" anchor="ctr">
            <a:spAutoFit/>
          </a:bodyPr>
          <a:lstStyle/>
          <a:p>
            <a:pPr marL="533400" lvl="0" indent="-533400">
              <a:buFont typeface="Wingdings" panose="05000000000000000000" pitchFamily="2" charset="2"/>
              <a:buChar char=""/>
            </a:pPr>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txStyles>
    <p:titleStyle>
      <a:lvl1pPr algn="l" defTabSz="914400" rtl="0" eaLnBrk="1" latinLnBrk="0" hangingPunct="1">
        <a:lnSpc>
          <a:spcPct val="90000"/>
        </a:lnSpc>
        <a:spcBef>
          <a:spcPct val="0"/>
        </a:spcBef>
        <a:buNone/>
        <a:defRPr lang="zh-CN" altLang="en-US" sz="3000" b="1" kern="1200" smtClean="0">
          <a:solidFill>
            <a:schemeClr val="bg1"/>
          </a:solidFill>
          <a:latin typeface="微软雅黑" panose="020B0503020204020204" pitchFamily="34" charset="-122"/>
          <a:ea typeface="微软雅黑" panose="020B0503020204020204" pitchFamily="34" charset="-122"/>
          <a:cs typeface="+mn-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2.xml"/><Relationship Id="rId2" Type="http://schemas.microsoft.com/office/2007/relationships/hdphoto" Target="../media/image4.wdp"/><Relationship Id="rId1"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5.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6" Type="http://schemas.openxmlformats.org/officeDocument/2006/relationships/slideLayout" Target="../slideLayouts/slideLayout2.xml"/><Relationship Id="rId15" Type="http://schemas.openxmlformats.org/officeDocument/2006/relationships/tags" Target="../tags/tag15.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6.xml"/><Relationship Id="rId1" Type="http://schemas.openxmlformats.org/officeDocument/2006/relationships/image" Target="../media/image6.jpeg"/></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18.xml"/><Relationship Id="rId2" Type="http://schemas.openxmlformats.org/officeDocument/2006/relationships/image" Target="../media/image7.png"/><Relationship Id="rId1" Type="http://schemas.openxmlformats.org/officeDocument/2006/relationships/tags" Target="../tags/tag1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9.xml"/><Relationship Id="rId1" Type="http://schemas.openxmlformats.org/officeDocument/2006/relationships/image" Target="../media/image6.jpe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9.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0.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0.xml"/><Relationship Id="rId1" Type="http://schemas.openxmlformats.org/officeDocument/2006/relationships/image" Target="../media/image6.jpeg"/></Relationships>
</file>

<file path=ppt/slides/_rels/slide14.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tags" Target="../tags/tag22.xml"/><Relationship Id="rId7" Type="http://schemas.openxmlformats.org/officeDocument/2006/relationships/image" Target="../media/image17.png"/><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tags" Target="../tags/tag21.xml"/></Relationships>
</file>

<file path=ppt/slides/_rels/slide15.xml.rels><?xml version="1.0" encoding="UTF-8" standalone="yes"?>
<Relationships xmlns="http://schemas.openxmlformats.org/package/2006/relationships"><Relationship Id="rId9" Type="http://schemas.openxmlformats.org/officeDocument/2006/relationships/image" Target="../media/image24.png"/><Relationship Id="rId8" Type="http://schemas.openxmlformats.org/officeDocument/2006/relationships/image" Target="../media/image23.png"/><Relationship Id="rId7" Type="http://schemas.openxmlformats.org/officeDocument/2006/relationships/image" Target="../media/image22.png"/><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 Id="rId3" Type="http://schemas.openxmlformats.org/officeDocument/2006/relationships/image" Target="../media/image18.png"/><Relationship Id="rId2" Type="http://schemas.openxmlformats.org/officeDocument/2006/relationships/image" Target="../media/image17.png"/><Relationship Id="rId16" Type="http://schemas.openxmlformats.org/officeDocument/2006/relationships/slideLayout" Target="../slideLayouts/slideLayout1.xml"/><Relationship Id="rId15" Type="http://schemas.openxmlformats.org/officeDocument/2006/relationships/tags" Target="../tags/tag24.xml"/><Relationship Id="rId14" Type="http://schemas.openxmlformats.org/officeDocument/2006/relationships/image" Target="../media/image29.png"/><Relationship Id="rId13" Type="http://schemas.openxmlformats.org/officeDocument/2006/relationships/image" Target="../media/image28.png"/><Relationship Id="rId12" Type="http://schemas.openxmlformats.org/officeDocument/2006/relationships/image" Target="../media/image27.png"/><Relationship Id="rId11" Type="http://schemas.openxmlformats.org/officeDocument/2006/relationships/image" Target="../media/image26.png"/><Relationship Id="rId10" Type="http://schemas.openxmlformats.org/officeDocument/2006/relationships/image" Target="../media/image25.png"/><Relationship Id="rId1" Type="http://schemas.openxmlformats.org/officeDocument/2006/relationships/tags" Target="../tags/tag23.xml"/></Relationships>
</file>

<file path=ppt/slides/_rels/slide16.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26.xml"/><Relationship Id="rId4" Type="http://schemas.openxmlformats.org/officeDocument/2006/relationships/image" Target="../media/image32.png"/><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tags" Target="../tags/tag25.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8.xml"/><Relationship Id="rId1" Type="http://schemas.openxmlformats.org/officeDocument/2006/relationships/tags" Target="../tags/tag27.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9.xml"/><Relationship Id="rId1" Type="http://schemas.openxmlformats.org/officeDocument/2006/relationships/image" Target="../media/image6.jpeg"/></Relationships>
</file>

<file path=ppt/slides/_rels/slide19.xml.rels><?xml version="1.0" encoding="UTF-8" standalone="yes"?>
<Relationships xmlns="http://schemas.openxmlformats.org/package/2006/relationships"><Relationship Id="rId8" Type="http://schemas.openxmlformats.org/officeDocument/2006/relationships/slideLayout" Target="../slideLayouts/slideLayout1.xml"/><Relationship Id="rId7" Type="http://schemas.openxmlformats.org/officeDocument/2006/relationships/tags" Target="../tags/tag31.xml"/><Relationship Id="rId6" Type="http://schemas.openxmlformats.org/officeDocument/2006/relationships/image" Target="../media/image35.png"/><Relationship Id="rId5" Type="http://schemas.openxmlformats.org/officeDocument/2006/relationships/image" Target="../media/image21.png"/><Relationship Id="rId4" Type="http://schemas.openxmlformats.org/officeDocument/2006/relationships/image" Target="../media/image34.png"/><Relationship Id="rId3" Type="http://schemas.openxmlformats.org/officeDocument/2006/relationships/image" Target="../media/image33.png"/><Relationship Id="rId2" Type="http://schemas.openxmlformats.org/officeDocument/2006/relationships/image" Target="../media/image17.png"/><Relationship Id="rId1" Type="http://schemas.openxmlformats.org/officeDocument/2006/relationships/tags" Target="../tags/tag30.xml"/></Relationships>
</file>

<file path=ppt/slides/_rels/slide20.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tags" Target="../tags/tag33.xml"/><Relationship Id="rId3" Type="http://schemas.openxmlformats.org/officeDocument/2006/relationships/image" Target="../media/image37.jpeg"/><Relationship Id="rId2" Type="http://schemas.openxmlformats.org/officeDocument/2006/relationships/image" Target="../media/image36.png"/><Relationship Id="rId1" Type="http://schemas.openxmlformats.org/officeDocument/2006/relationships/tags" Target="../tags/tag32.xml"/></Relationships>
</file>

<file path=ppt/slides/_rels/slide21.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tags" Target="../tags/tag35.xml"/><Relationship Id="rId5" Type="http://schemas.openxmlformats.org/officeDocument/2006/relationships/image" Target="../media/image41.png"/><Relationship Id="rId4" Type="http://schemas.openxmlformats.org/officeDocument/2006/relationships/image" Target="../media/image40.png"/><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tags" Target="../tags/tag34.xml"/></Relationships>
</file>

<file path=ppt/slides/_rels/slide22.xml.rels><?xml version="1.0" encoding="UTF-8" standalone="yes"?>
<Relationships xmlns="http://schemas.openxmlformats.org/package/2006/relationships"><Relationship Id="rId9" Type="http://schemas.openxmlformats.org/officeDocument/2006/relationships/image" Target="../media/image24.png"/><Relationship Id="rId8" Type="http://schemas.openxmlformats.org/officeDocument/2006/relationships/image" Target="../media/image23.png"/><Relationship Id="rId7" Type="http://schemas.openxmlformats.org/officeDocument/2006/relationships/image" Target="../media/image22.png"/><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 Id="rId3" Type="http://schemas.openxmlformats.org/officeDocument/2006/relationships/image" Target="../media/image18.png"/><Relationship Id="rId2" Type="http://schemas.openxmlformats.org/officeDocument/2006/relationships/image" Target="../media/image17.png"/><Relationship Id="rId13" Type="http://schemas.openxmlformats.org/officeDocument/2006/relationships/slideLayout" Target="../slideLayouts/slideLayout1.xml"/><Relationship Id="rId12" Type="http://schemas.openxmlformats.org/officeDocument/2006/relationships/tags" Target="../tags/tag37.xml"/><Relationship Id="rId11" Type="http://schemas.openxmlformats.org/officeDocument/2006/relationships/image" Target="../media/image28.png"/><Relationship Id="rId10" Type="http://schemas.openxmlformats.org/officeDocument/2006/relationships/image" Target="../media/image27.png"/><Relationship Id="rId1" Type="http://schemas.openxmlformats.org/officeDocument/2006/relationships/tags" Target="../tags/tag36.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8.xml"/><Relationship Id="rId1" Type="http://schemas.openxmlformats.org/officeDocument/2006/relationships/image" Target="../media/image6.jpe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42.png"/></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9.xml"/><Relationship Id="rId1" Type="http://schemas.openxmlformats.org/officeDocument/2006/relationships/image" Target="../media/image6.jpeg"/></Relationships>
</file>

<file path=ppt/slides/_rels/slide2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3.png"/><Relationship Id="rId2" Type="http://schemas.microsoft.com/office/2007/relationships/media" Target="../media/media1.mp4"/><Relationship Id="rId1" Type="http://schemas.openxmlformats.org/officeDocument/2006/relationships/video" Target="../media/media1.mp4"/></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2.xml"/><Relationship Id="rId2" Type="http://schemas.microsoft.com/office/2007/relationships/hdphoto" Target="../media/image4.wdp"/><Relationship Id="rId1"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11" name="矩形 10"/>
          <p:cNvSpPr/>
          <p:nvPr/>
        </p:nvSpPr>
        <p:spPr>
          <a:xfrm>
            <a:off x="0" y="5058701"/>
            <a:ext cx="12192000" cy="17992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pic>
        <p:nvPicPr>
          <p:cNvPr id="17" name="图片 16"/>
          <p:cNvPicPr>
            <a:picLocks noChangeAspect="1"/>
          </p:cNvPicPr>
          <p:nvPr/>
        </p:nvPicPr>
        <p:blipFill>
          <a:blip r:embed="rId1">
            <a:duotone>
              <a:schemeClr val="accent1">
                <a:shade val="45000"/>
                <a:satMod val="135000"/>
              </a:schemeClr>
              <a:prstClr val="white"/>
            </a:duotone>
            <a:extLst>
              <a:ext uri="{BEBA8EAE-BF5A-486C-A8C5-ECC9F3942E4B}">
                <a14:imgProps xmlns:a14="http://schemas.microsoft.com/office/drawing/2010/main">
                  <a14:imgLayer r:embed="rId2">
                    <a14:imgEffect>
                      <a14:saturation sat="0"/>
                    </a14:imgEffect>
                  </a14:imgLayer>
                </a14:imgProps>
              </a:ext>
            </a:extLst>
          </a:blip>
          <a:srcRect l="10175" r="10175"/>
          <a:stretch>
            <a:fillRect/>
          </a:stretch>
        </p:blipFill>
        <p:spPr>
          <a:xfrm>
            <a:off x="695325" y="791099"/>
            <a:ext cx="2894062" cy="5275802"/>
          </a:xfrm>
          <a:custGeom>
            <a:avLst/>
            <a:gdLst>
              <a:gd name="connsiteX0" fmla="*/ 0 w 2894062"/>
              <a:gd name="connsiteY0" fmla="*/ 0 h 5275802"/>
              <a:gd name="connsiteX1" fmla="*/ 2894062 w 2894062"/>
              <a:gd name="connsiteY1" fmla="*/ 0 h 5275802"/>
              <a:gd name="connsiteX2" fmla="*/ 2894062 w 2894062"/>
              <a:gd name="connsiteY2" fmla="*/ 5275802 h 5275802"/>
              <a:gd name="connsiteX3" fmla="*/ 0 w 2894062"/>
              <a:gd name="connsiteY3" fmla="*/ 5275802 h 5275802"/>
            </a:gdLst>
            <a:ahLst/>
            <a:cxnLst>
              <a:cxn ang="0">
                <a:pos x="connsiteX0" y="connsiteY0"/>
              </a:cxn>
              <a:cxn ang="0">
                <a:pos x="connsiteX1" y="connsiteY1"/>
              </a:cxn>
              <a:cxn ang="0">
                <a:pos x="connsiteX2" y="connsiteY2"/>
              </a:cxn>
              <a:cxn ang="0">
                <a:pos x="connsiteX3" y="connsiteY3"/>
              </a:cxn>
            </a:cxnLst>
            <a:rect l="l" t="t" r="r" b="b"/>
            <a:pathLst>
              <a:path w="2894062" h="5275802">
                <a:moveTo>
                  <a:pt x="0" y="0"/>
                </a:moveTo>
                <a:lnTo>
                  <a:pt x="2894062" y="0"/>
                </a:lnTo>
                <a:lnTo>
                  <a:pt x="2894062" y="5275802"/>
                </a:lnTo>
                <a:lnTo>
                  <a:pt x="0" y="5275802"/>
                </a:lnTo>
                <a:close/>
              </a:path>
            </a:pathLst>
          </a:custGeom>
        </p:spPr>
      </p:pic>
      <p:sp>
        <p:nvSpPr>
          <p:cNvPr id="9" name="矩形 8"/>
          <p:cNvSpPr/>
          <p:nvPr/>
        </p:nvSpPr>
        <p:spPr>
          <a:xfrm>
            <a:off x="3728689" y="791099"/>
            <a:ext cx="7767986" cy="5275802"/>
          </a:xfrm>
          <a:prstGeom prst="rect">
            <a:avLst/>
          </a:prstGeom>
          <a:solidFill>
            <a:schemeClr val="bg1"/>
          </a:solidFill>
          <a:ln>
            <a:noFill/>
          </a:ln>
          <a:effectLst>
            <a:outerShdw blurRad="254000" dist="241300" dir="3480000" algn="tl" rotWithShape="0">
              <a:prstClr val="black">
                <a:alpha val="1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9" name="文本框 18"/>
          <p:cNvSpPr txBox="1"/>
          <p:nvPr/>
        </p:nvSpPr>
        <p:spPr>
          <a:xfrm>
            <a:off x="9705340" y="6351935"/>
            <a:ext cx="1791335" cy="215265"/>
          </a:xfrm>
          <a:prstGeom prst="rect">
            <a:avLst/>
          </a:prstGeom>
          <a:noFill/>
        </p:spPr>
        <p:txBody>
          <a:bodyPr wrap="none" lIns="0" tIns="0" rIns="0" bIns="0" rtlCol="0">
            <a:spAutoFit/>
          </a:bodyPr>
          <a:lstStyle/>
          <a:p>
            <a:pPr algn="r"/>
            <a:r>
              <a:rPr lang="en-US" altLang="zh-CN" sz="1400" dirty="0">
                <a:solidFill>
                  <a:schemeClr val="bg1"/>
                </a:solidFill>
                <a:latin typeface="Arial" panose="020B0604020202020204" pitchFamily="34" charset="0"/>
                <a:ea typeface="微软雅黑" panose="020B0503020204020204" pitchFamily="34" charset="-122"/>
                <a:sym typeface="Arial" panose="020B0604020202020204" pitchFamily="34" charset="0"/>
              </a:rPr>
              <a:t>Design and Build 2025</a:t>
            </a:r>
            <a:endParaRPr lang="en-US" altLang="zh-CN" sz="1400"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grpSp>
        <p:nvGrpSpPr>
          <p:cNvPr id="10" name="组合 9"/>
          <p:cNvGrpSpPr/>
          <p:nvPr/>
        </p:nvGrpSpPr>
        <p:grpSpPr>
          <a:xfrm>
            <a:off x="4462780" y="1163955"/>
            <a:ext cx="6923405" cy="4805680"/>
            <a:chOff x="7112" y="3369"/>
            <a:chExt cx="10903" cy="7568"/>
          </a:xfrm>
        </p:grpSpPr>
        <p:sp>
          <p:nvSpPr>
            <p:cNvPr id="2" name="文本框 1"/>
            <p:cNvSpPr txBox="1"/>
            <p:nvPr/>
          </p:nvSpPr>
          <p:spPr>
            <a:xfrm>
              <a:off x="7112" y="3369"/>
              <a:ext cx="10903" cy="2417"/>
            </a:xfrm>
            <a:prstGeom prst="rect">
              <a:avLst/>
            </a:prstGeom>
            <a:noFill/>
          </p:spPr>
          <p:txBody>
            <a:bodyPr wrap="square" lIns="0" tIns="0" rIns="0" bIns="0">
              <a:noAutofit/>
            </a:bodyPr>
            <a:lstStyle>
              <a:defPPr>
                <a:defRPr lang="zh-CN"/>
              </a:defPPr>
              <a:lvl1pPr>
                <a:defRPr sz="4000" b="0" i="0">
                  <a:solidFill>
                    <a:srgbClr val="374151"/>
                  </a:solidFill>
                  <a:effectLst/>
                  <a:latin typeface="Arial" panose="020B0604020202020204" pitchFamily="34" charset="0"/>
                  <a:ea typeface="微软雅黑" panose="020B0503020204020204" pitchFamily="34" charset="-122"/>
                </a:defRPr>
              </a:lvl1pPr>
            </a:lstStyle>
            <a:p>
              <a:pPr algn="ctr"/>
              <a:r>
                <a:rPr lang="en-US" altLang="zh-CN" sz="2400" b="1" dirty="0">
                  <a:solidFill>
                    <a:schemeClr val="tx1">
                      <a:lumMod val="85000"/>
                      <a:lumOff val="15000"/>
                    </a:schemeClr>
                  </a:solidFill>
                  <a:sym typeface="Arial" panose="020B0604020202020204" pitchFamily="34" charset="0"/>
                </a:rPr>
                <a:t>Design and Build 2025</a:t>
              </a:r>
              <a:endParaRPr lang="en-US" altLang="zh-CN" sz="2400" b="1" dirty="0">
                <a:solidFill>
                  <a:schemeClr val="tx1">
                    <a:lumMod val="85000"/>
                    <a:lumOff val="15000"/>
                  </a:schemeClr>
                </a:solidFill>
                <a:sym typeface="Arial" panose="020B0604020202020204" pitchFamily="34" charset="0"/>
              </a:endParaRPr>
            </a:p>
            <a:p>
              <a:pPr algn="ctr"/>
              <a:r>
                <a:rPr lang="en-US" altLang="zh-CN" sz="2400" b="1" dirty="0">
                  <a:solidFill>
                    <a:schemeClr val="tx1">
                      <a:lumMod val="85000"/>
                      <a:lumOff val="15000"/>
                    </a:schemeClr>
                  </a:solidFill>
                  <a:sym typeface="Arial" panose="020B0604020202020204" pitchFamily="34" charset="0"/>
                </a:rPr>
                <a:t> </a:t>
              </a:r>
              <a:endParaRPr lang="en-US" altLang="zh-CN" sz="2400" b="1" dirty="0">
                <a:solidFill>
                  <a:schemeClr val="tx1">
                    <a:lumMod val="85000"/>
                    <a:lumOff val="15000"/>
                  </a:schemeClr>
                </a:solidFill>
                <a:sym typeface="Arial" panose="020B0604020202020204" pitchFamily="34" charset="0"/>
              </a:endParaRPr>
            </a:p>
            <a:p>
              <a:pPr algn="ctr"/>
              <a:r>
                <a:rPr lang="en-US" altLang="zh-CN" sz="3600" b="1" dirty="0">
                  <a:solidFill>
                    <a:schemeClr val="tx1">
                      <a:lumMod val="85000"/>
                      <a:lumOff val="15000"/>
                    </a:schemeClr>
                  </a:solidFill>
                  <a:sym typeface="Arial" panose="020B0604020202020204" pitchFamily="34" charset="0"/>
                </a:rPr>
                <a:t>MazeBot</a:t>
              </a:r>
              <a:endParaRPr lang="zh-CN" altLang="en-US" sz="3600" b="1" dirty="0">
                <a:solidFill>
                  <a:schemeClr val="tx1">
                    <a:lumMod val="85000"/>
                    <a:lumOff val="15000"/>
                  </a:schemeClr>
                </a:solidFill>
                <a:sym typeface="Arial" panose="020B0604020202020204" pitchFamily="34" charset="0"/>
              </a:endParaRPr>
            </a:p>
          </p:txBody>
        </p:sp>
        <p:grpSp>
          <p:nvGrpSpPr>
            <p:cNvPr id="3" name="组合 2"/>
            <p:cNvGrpSpPr/>
            <p:nvPr/>
          </p:nvGrpSpPr>
          <p:grpSpPr>
            <a:xfrm>
              <a:off x="7112" y="5897"/>
              <a:ext cx="4710" cy="5040"/>
              <a:chOff x="4593586" y="4139630"/>
              <a:chExt cx="2990850" cy="3200400"/>
            </a:xfrm>
          </p:grpSpPr>
          <p:sp>
            <p:nvSpPr>
              <p:cNvPr id="4" name="文本框 3"/>
              <p:cNvSpPr txBox="1"/>
              <p:nvPr/>
            </p:nvSpPr>
            <p:spPr>
              <a:xfrm>
                <a:off x="7410273" y="4322510"/>
                <a:ext cx="127000" cy="245745"/>
              </a:xfrm>
              <a:prstGeom prst="rect">
                <a:avLst/>
              </a:prstGeom>
              <a:noFill/>
            </p:spPr>
            <p:txBody>
              <a:bodyPr wrap="none" lIns="0" tIns="0" rIns="0" bIns="0">
                <a:spAutoFit/>
              </a:bodyPr>
              <a:lstStyle>
                <a:defPPr>
                  <a:defRPr lang="zh-CN"/>
                </a:defPPr>
                <a:lvl1pPr>
                  <a:defRPr sz="4000" b="0" i="0">
                    <a:solidFill>
                      <a:srgbClr val="374151"/>
                    </a:solidFill>
                    <a:effectLst/>
                    <a:latin typeface="Arial" panose="020B0604020202020204" pitchFamily="34" charset="0"/>
                    <a:ea typeface="微软雅黑" panose="020B0503020204020204" pitchFamily="34" charset="-122"/>
                  </a:defRPr>
                </a:lvl1pPr>
              </a:lstStyle>
              <a:p>
                <a:endParaRPr lang="zh-CN" altLang="en-US" sz="1600" b="1" dirty="0">
                  <a:solidFill>
                    <a:schemeClr val="tx1">
                      <a:lumMod val="75000"/>
                      <a:lumOff val="25000"/>
                    </a:schemeClr>
                  </a:solidFill>
                  <a:sym typeface="Arial" panose="020B0604020202020204" pitchFamily="34" charset="0"/>
                </a:endParaRPr>
              </a:p>
            </p:txBody>
          </p:sp>
          <p:sp>
            <p:nvSpPr>
              <p:cNvPr id="7" name="文本框 6"/>
              <p:cNvSpPr txBox="1"/>
              <p:nvPr/>
            </p:nvSpPr>
            <p:spPr>
              <a:xfrm>
                <a:off x="4593586" y="4139630"/>
                <a:ext cx="2990850" cy="3200400"/>
              </a:xfrm>
              <a:prstGeom prst="rect">
                <a:avLst/>
              </a:prstGeom>
              <a:noFill/>
            </p:spPr>
            <p:txBody>
              <a:bodyPr wrap="square" lIns="0" tIns="0" rIns="0" bIns="0">
                <a:spAutoFit/>
              </a:bodyPr>
              <a:lstStyle>
                <a:defPPr>
                  <a:defRPr lang="zh-CN"/>
                </a:defPPr>
                <a:lvl1pPr>
                  <a:defRPr sz="4000" b="0" i="0">
                    <a:solidFill>
                      <a:srgbClr val="374151"/>
                    </a:solidFill>
                    <a:effectLst/>
                    <a:latin typeface="Arial" panose="020B0604020202020204" pitchFamily="34" charset="0"/>
                    <a:ea typeface="微软雅黑" panose="020B0503020204020204" pitchFamily="34" charset="-122"/>
                  </a:defRPr>
                </a:lvl1pPr>
              </a:lstStyle>
              <a:p>
                <a:r>
                  <a:rPr lang="en-US" altLang="zh-CN" sz="1600" b="1" dirty="0">
                    <a:solidFill>
                      <a:schemeClr val="tx1">
                        <a:lumMod val="75000"/>
                        <a:lumOff val="25000"/>
                      </a:schemeClr>
                    </a:solidFill>
                    <a:sym typeface="Arial" panose="020B0604020202020204" pitchFamily="34" charset="0"/>
                  </a:rPr>
                  <a:t>Group       	</a:t>
                </a:r>
                <a:r>
                  <a:rPr lang="en-US" altLang="zh-CN" sz="1600" b="1" dirty="0">
                    <a:solidFill>
                      <a:schemeClr val="tx1">
                        <a:lumMod val="75000"/>
                        <a:lumOff val="25000"/>
                      </a:schemeClr>
                    </a:solidFill>
                    <a:sym typeface="Arial" panose="020B0604020202020204" pitchFamily="34" charset="0"/>
                  </a:rPr>
                  <a:t>NO. 17</a:t>
                </a:r>
                <a:endParaRPr lang="en-US" altLang="zh-CN" sz="1600" b="1" dirty="0">
                  <a:solidFill>
                    <a:schemeClr val="tx1">
                      <a:lumMod val="75000"/>
                      <a:lumOff val="25000"/>
                    </a:schemeClr>
                  </a:solidFill>
                  <a:sym typeface="Arial" panose="020B0604020202020204" pitchFamily="34" charset="0"/>
                </a:endParaRPr>
              </a:p>
              <a:p>
                <a:endParaRPr lang="en-US" altLang="zh-CN" sz="1600" b="1" dirty="0">
                  <a:solidFill>
                    <a:schemeClr val="tx1">
                      <a:lumMod val="75000"/>
                      <a:lumOff val="25000"/>
                    </a:schemeClr>
                  </a:solidFill>
                  <a:sym typeface="Arial" panose="020B0604020202020204" pitchFamily="34" charset="0"/>
                </a:endParaRPr>
              </a:p>
              <a:p>
                <a:pPr marL="0" lvl="1" algn="l">
                  <a:buClrTx/>
                  <a:buSzTx/>
                  <a:buFontTx/>
                </a:pPr>
                <a:r>
                  <a:rPr lang="en-US" altLang="zh-CN" sz="1600" b="1" dirty="0">
                    <a:solidFill>
                      <a:schemeClr val="tx1">
                        <a:lumMod val="75000"/>
                        <a:lumOff val="25000"/>
                      </a:schemeClr>
                    </a:solidFill>
                    <a:sym typeface="Arial" panose="020B0604020202020204" pitchFamily="34" charset="0"/>
                  </a:rPr>
                  <a:t>  		    	</a:t>
                </a:r>
                <a:r>
                  <a:rPr lang="en-US" altLang="zh-CN" sz="1600" b="1" dirty="0">
                    <a:solidFill>
                      <a:schemeClr val="tx1">
                        <a:lumMod val="75000"/>
                        <a:lumOff val="25000"/>
                      </a:schemeClr>
                    </a:solidFill>
                    <a:effectLst/>
                    <a:latin typeface="Arial" panose="020B0604020202020204" pitchFamily="34" charset="0"/>
                    <a:ea typeface="微软雅黑" panose="020B0503020204020204" pitchFamily="34" charset="-122"/>
                    <a:sym typeface="Arial" panose="020B0604020202020204" pitchFamily="34" charset="0"/>
                  </a:rPr>
                  <a:t>Yifan Chen</a:t>
                </a:r>
                <a:endParaRPr lang="en-US" altLang="zh-CN" sz="1600" b="1" dirty="0">
                  <a:solidFill>
                    <a:schemeClr val="tx1">
                      <a:lumMod val="75000"/>
                      <a:lumOff val="25000"/>
                    </a:schemeClr>
                  </a:solidFill>
                  <a:sym typeface="Arial" panose="020B0604020202020204" pitchFamily="34" charset="0"/>
                </a:endParaRPr>
              </a:p>
              <a:p>
                <a:pPr marL="0" lvl="1" algn="l">
                  <a:buClrTx/>
                  <a:buSzTx/>
                  <a:buFontTx/>
                </a:pPr>
                <a:r>
                  <a:rPr lang="en-US" altLang="zh-CN" sz="1600" b="1" dirty="0">
                    <a:solidFill>
                      <a:schemeClr val="tx1">
                        <a:lumMod val="75000"/>
                        <a:lumOff val="25000"/>
                      </a:schemeClr>
                    </a:solidFill>
                    <a:sym typeface="Arial" panose="020B0604020202020204" pitchFamily="34" charset="0"/>
                  </a:rPr>
                  <a:t> 			</a:t>
                </a:r>
                <a:r>
                  <a:rPr lang="en-US" altLang="zh-CN" sz="1600" b="1" dirty="0">
                    <a:solidFill>
                      <a:schemeClr val="tx1">
                        <a:lumMod val="75000"/>
                        <a:lumOff val="25000"/>
                      </a:schemeClr>
                    </a:solidFill>
                    <a:effectLst/>
                    <a:latin typeface="Arial" panose="020B0604020202020204" pitchFamily="34" charset="0"/>
                    <a:ea typeface="微软雅黑" panose="020B0503020204020204" pitchFamily="34" charset="-122"/>
                    <a:sym typeface="Arial" panose="020B0604020202020204" pitchFamily="34" charset="0"/>
                  </a:rPr>
                  <a:t>Zixuan Wang</a:t>
                </a:r>
                <a:endParaRPr lang="en-US" altLang="zh-CN" sz="1600" b="1" dirty="0">
                  <a:solidFill>
                    <a:schemeClr val="tx1">
                      <a:lumMod val="75000"/>
                      <a:lumOff val="25000"/>
                    </a:schemeClr>
                  </a:solidFill>
                  <a:effectLst/>
                  <a:latin typeface="Arial" panose="020B0604020202020204" pitchFamily="34" charset="0"/>
                  <a:ea typeface="微软雅黑" panose="020B0503020204020204" pitchFamily="34" charset="-122"/>
                  <a:sym typeface="Arial" panose="020B0604020202020204" pitchFamily="34" charset="0"/>
                </a:endParaRPr>
              </a:p>
              <a:p>
                <a:pPr marL="0" lvl="1" algn="l">
                  <a:buClrTx/>
                  <a:buSzTx/>
                  <a:buFontTx/>
                </a:pPr>
                <a:r>
                  <a:rPr lang="en-US" altLang="zh-CN" sz="1600" b="1" dirty="0">
                    <a:solidFill>
                      <a:schemeClr val="tx1">
                        <a:lumMod val="75000"/>
                        <a:lumOff val="25000"/>
                      </a:schemeClr>
                    </a:solidFill>
                    <a:effectLst/>
                    <a:latin typeface="Arial" panose="020B0604020202020204" pitchFamily="34" charset="0"/>
                    <a:ea typeface="微软雅黑" panose="020B0503020204020204" pitchFamily="34" charset="-122"/>
                    <a:sym typeface="Arial" panose="020B0604020202020204" pitchFamily="34" charset="0"/>
                  </a:rPr>
                  <a:t>  		        Congbo Li</a:t>
                </a:r>
                <a:endParaRPr lang="en-US" altLang="zh-CN" sz="1600" b="1" dirty="0">
                  <a:solidFill>
                    <a:schemeClr val="tx1">
                      <a:lumMod val="75000"/>
                      <a:lumOff val="25000"/>
                    </a:schemeClr>
                  </a:solidFill>
                  <a:effectLst/>
                  <a:latin typeface="Arial" panose="020B0604020202020204" pitchFamily="34" charset="0"/>
                  <a:ea typeface="微软雅黑" panose="020B0503020204020204" pitchFamily="34" charset="-122"/>
                  <a:sym typeface="Arial" panose="020B0604020202020204" pitchFamily="34" charset="0"/>
                </a:endParaRPr>
              </a:p>
              <a:p>
                <a:pPr marL="0" lvl="1" algn="l">
                  <a:buClrTx/>
                  <a:buSzTx/>
                  <a:buFontTx/>
                </a:pPr>
                <a:r>
                  <a:rPr lang="en-US" altLang="zh-CN" sz="1600" b="1" dirty="0">
                    <a:solidFill>
                      <a:schemeClr val="tx1">
                        <a:lumMod val="75000"/>
                        <a:lumOff val="25000"/>
                      </a:schemeClr>
                    </a:solidFill>
                    <a:effectLst/>
                    <a:latin typeface="Arial" panose="020B0604020202020204" pitchFamily="34" charset="0"/>
                    <a:ea typeface="微软雅黑" panose="020B0503020204020204" pitchFamily="34" charset="-122"/>
                    <a:sym typeface="Arial" panose="020B0604020202020204" pitchFamily="34" charset="0"/>
                  </a:rPr>
                  <a:t>  		   	Mengdi Yang</a:t>
                </a:r>
                <a:endParaRPr lang="en-US" altLang="zh-CN" sz="1600" b="1" dirty="0">
                  <a:solidFill>
                    <a:schemeClr val="tx1">
                      <a:lumMod val="75000"/>
                      <a:lumOff val="25000"/>
                    </a:schemeClr>
                  </a:solidFill>
                  <a:effectLst/>
                  <a:latin typeface="Arial" panose="020B0604020202020204" pitchFamily="34" charset="0"/>
                  <a:ea typeface="微软雅黑" panose="020B0503020204020204" pitchFamily="34" charset="-122"/>
                  <a:sym typeface="Arial" panose="020B0604020202020204" pitchFamily="34" charset="0"/>
                </a:endParaRPr>
              </a:p>
              <a:p>
                <a:pPr marL="0" lvl="1" algn="l">
                  <a:buClrTx/>
                  <a:buSzTx/>
                  <a:buFontTx/>
                </a:pPr>
                <a:r>
                  <a:rPr lang="en-US" altLang="zh-CN" sz="1600" b="1" dirty="0">
                    <a:solidFill>
                      <a:schemeClr val="tx1">
                        <a:lumMod val="75000"/>
                        <a:lumOff val="25000"/>
                      </a:schemeClr>
                    </a:solidFill>
                    <a:effectLst/>
                    <a:latin typeface="Arial" panose="020B0604020202020204" pitchFamily="34" charset="0"/>
                    <a:ea typeface="微软雅黑" panose="020B0503020204020204" pitchFamily="34" charset="-122"/>
                    <a:sym typeface="Arial" panose="020B0604020202020204" pitchFamily="34" charset="0"/>
                  </a:rPr>
                  <a:t>Memebers    	Cheng Wei</a:t>
                </a:r>
                <a:endParaRPr lang="en-US" altLang="zh-CN" sz="1600" b="1" dirty="0">
                  <a:solidFill>
                    <a:schemeClr val="tx1">
                      <a:lumMod val="75000"/>
                      <a:lumOff val="25000"/>
                    </a:schemeClr>
                  </a:solidFill>
                  <a:effectLst/>
                  <a:latin typeface="Arial" panose="020B0604020202020204" pitchFamily="34" charset="0"/>
                  <a:ea typeface="微软雅黑" panose="020B0503020204020204" pitchFamily="34" charset="-122"/>
                  <a:sym typeface="Arial" panose="020B0604020202020204" pitchFamily="34" charset="0"/>
                </a:endParaRPr>
              </a:p>
              <a:p>
                <a:pPr marL="0" lvl="1" algn="l">
                  <a:buClrTx/>
                  <a:buSzTx/>
                  <a:buFontTx/>
                </a:pPr>
                <a:r>
                  <a:rPr lang="en-US" altLang="zh-CN" sz="1600" b="1" dirty="0">
                    <a:solidFill>
                      <a:schemeClr val="tx1">
                        <a:lumMod val="75000"/>
                        <a:lumOff val="25000"/>
                      </a:schemeClr>
                    </a:solidFill>
                    <a:effectLst/>
                    <a:latin typeface="Arial" panose="020B0604020202020204" pitchFamily="34" charset="0"/>
                    <a:ea typeface="微软雅黑" panose="020B0503020204020204" pitchFamily="34" charset="-122"/>
                    <a:sym typeface="Arial" panose="020B0604020202020204" pitchFamily="34" charset="0"/>
                  </a:rPr>
                  <a:t>  		   	Yunlu Zhang</a:t>
                </a:r>
                <a:endParaRPr lang="en-US" altLang="zh-CN" sz="1600" b="1" dirty="0">
                  <a:solidFill>
                    <a:schemeClr val="tx1">
                      <a:lumMod val="75000"/>
                      <a:lumOff val="25000"/>
                    </a:schemeClr>
                  </a:solidFill>
                  <a:effectLst/>
                  <a:latin typeface="Arial" panose="020B0604020202020204" pitchFamily="34" charset="0"/>
                  <a:ea typeface="微软雅黑" panose="020B0503020204020204" pitchFamily="34" charset="-122"/>
                  <a:sym typeface="Arial" panose="020B0604020202020204" pitchFamily="34" charset="0"/>
                </a:endParaRPr>
              </a:p>
              <a:p>
                <a:pPr lvl="2" indent="457200" algn="l">
                  <a:buClrTx/>
                  <a:buSzTx/>
                  <a:buFontTx/>
                </a:pPr>
                <a:r>
                  <a:rPr lang="en-US" altLang="zh-CN" sz="1600" b="1" dirty="0">
                    <a:solidFill>
                      <a:schemeClr val="tx1">
                        <a:lumMod val="75000"/>
                        <a:lumOff val="25000"/>
                      </a:schemeClr>
                    </a:solidFill>
                    <a:effectLst/>
                    <a:latin typeface="Arial" panose="020B0604020202020204" pitchFamily="34" charset="0"/>
                    <a:ea typeface="微软雅黑" panose="020B0503020204020204" pitchFamily="34" charset="-122"/>
                    <a:sym typeface="Arial" panose="020B0604020202020204" pitchFamily="34" charset="0"/>
                  </a:rPr>
                  <a:t>Yanda Shao</a:t>
                </a:r>
                <a:endParaRPr lang="en-US" altLang="zh-CN" sz="1600" b="1" dirty="0">
                  <a:solidFill>
                    <a:schemeClr val="tx1">
                      <a:lumMod val="75000"/>
                      <a:lumOff val="25000"/>
                    </a:schemeClr>
                  </a:solidFill>
                  <a:effectLst/>
                  <a:latin typeface="Arial" panose="020B0604020202020204" pitchFamily="34" charset="0"/>
                  <a:ea typeface="微软雅黑" panose="020B0503020204020204" pitchFamily="34" charset="-122"/>
                  <a:sym typeface="Arial" panose="020B0604020202020204" pitchFamily="34" charset="0"/>
                </a:endParaRPr>
              </a:p>
              <a:p>
                <a:pPr lvl="2" indent="457200" algn="l">
                  <a:buClrTx/>
                  <a:buSzTx/>
                  <a:buFontTx/>
                </a:pPr>
                <a:r>
                  <a:rPr lang="en-US" altLang="zh-CN" sz="1600" b="1" dirty="0">
                    <a:solidFill>
                      <a:schemeClr val="tx1">
                        <a:lumMod val="75000"/>
                        <a:lumOff val="25000"/>
                      </a:schemeClr>
                    </a:solidFill>
                    <a:effectLst/>
                    <a:latin typeface="Arial" panose="020B0604020202020204" pitchFamily="34" charset="0"/>
                    <a:ea typeface="微软雅黑" panose="020B0503020204020204" pitchFamily="34" charset="-122"/>
                    <a:sym typeface="Arial" panose="020B0604020202020204" pitchFamily="34" charset="0"/>
                  </a:rPr>
                  <a:t>Lirui Pan</a:t>
                </a:r>
                <a:endParaRPr lang="en-US" altLang="zh-CN" sz="1600" b="1" dirty="0">
                  <a:solidFill>
                    <a:schemeClr val="tx1">
                      <a:lumMod val="75000"/>
                      <a:lumOff val="25000"/>
                    </a:schemeClr>
                  </a:solidFill>
                  <a:effectLst/>
                  <a:latin typeface="Arial" panose="020B0604020202020204" pitchFamily="34" charset="0"/>
                  <a:ea typeface="微软雅黑" panose="020B0503020204020204" pitchFamily="34" charset="-122"/>
                  <a:sym typeface="Arial" panose="020B0604020202020204" pitchFamily="34" charset="0"/>
                </a:endParaRPr>
              </a:p>
              <a:p>
                <a:pPr lvl="2" indent="457200" algn="l">
                  <a:buClrTx/>
                  <a:buSzTx/>
                  <a:buFontTx/>
                </a:pPr>
                <a:r>
                  <a:rPr lang="en-US" altLang="zh-CN" sz="1600" b="1" dirty="0">
                    <a:solidFill>
                      <a:schemeClr val="tx1">
                        <a:lumMod val="75000"/>
                        <a:lumOff val="25000"/>
                      </a:schemeClr>
                    </a:solidFill>
                    <a:effectLst/>
                    <a:latin typeface="Arial" panose="020B0604020202020204" pitchFamily="34" charset="0"/>
                    <a:ea typeface="微软雅黑" panose="020B0503020204020204" pitchFamily="34" charset="-122"/>
                    <a:sym typeface="Arial" panose="020B0604020202020204" pitchFamily="34" charset="0"/>
                  </a:rPr>
                  <a:t>Siyan Wu</a:t>
                </a:r>
                <a:endParaRPr lang="en-US" altLang="zh-CN" sz="1600" b="1" dirty="0">
                  <a:solidFill>
                    <a:schemeClr val="tx1">
                      <a:lumMod val="75000"/>
                      <a:lumOff val="25000"/>
                    </a:schemeClr>
                  </a:solidFill>
                  <a:effectLst/>
                  <a:latin typeface="Arial" panose="020B0604020202020204" pitchFamily="34" charset="0"/>
                  <a:ea typeface="微软雅黑" panose="020B0503020204020204" pitchFamily="34" charset="-122"/>
                  <a:sym typeface="Arial" panose="020B0604020202020204" pitchFamily="34" charset="0"/>
                </a:endParaRPr>
              </a:p>
              <a:p>
                <a:pPr marL="0" lvl="1" algn="l">
                  <a:buClrTx/>
                  <a:buSzTx/>
                  <a:buFontTx/>
                </a:pPr>
                <a:r>
                  <a:rPr lang="en-US" altLang="zh-CN" sz="1600" b="1" dirty="0">
                    <a:solidFill>
                      <a:schemeClr val="tx1">
                        <a:lumMod val="75000"/>
                        <a:lumOff val="25000"/>
                      </a:schemeClr>
                    </a:solidFill>
                    <a:effectLst/>
                    <a:latin typeface="Arial" panose="020B0604020202020204" pitchFamily="34" charset="0"/>
                    <a:ea typeface="微软雅黑" panose="020B0503020204020204" pitchFamily="34" charset="-122"/>
                    <a:sym typeface="Arial" panose="020B0604020202020204" pitchFamily="34" charset="0"/>
                  </a:rPr>
                  <a:t>  		   	Fuyang Li</a:t>
                </a:r>
                <a:endParaRPr lang="en-US" altLang="zh-CN" sz="1600" b="1" dirty="0">
                  <a:solidFill>
                    <a:schemeClr val="tx1">
                      <a:lumMod val="75000"/>
                      <a:lumOff val="25000"/>
                    </a:schemeClr>
                  </a:solidFill>
                  <a:effectLst/>
                  <a:latin typeface="Arial" panose="020B0604020202020204" pitchFamily="34" charset="0"/>
                  <a:ea typeface="微软雅黑" panose="020B0503020204020204" pitchFamily="34" charset="-122"/>
                  <a:sym typeface="Arial" panose="020B0604020202020204" pitchFamily="34" charset="0"/>
                </a:endParaRPr>
              </a:p>
              <a:p>
                <a:pPr lvl="2" indent="457200" algn="l">
                  <a:buClrTx/>
                  <a:buSzTx/>
                  <a:buFontTx/>
                </a:pPr>
                <a:r>
                  <a:rPr lang="en-US" altLang="zh-CN" sz="1600" b="1" dirty="0">
                    <a:solidFill>
                      <a:schemeClr val="tx1">
                        <a:lumMod val="75000"/>
                        <a:lumOff val="25000"/>
                      </a:schemeClr>
                    </a:solidFill>
                    <a:effectLst/>
                    <a:latin typeface="Arial" panose="020B0604020202020204" pitchFamily="34" charset="0"/>
                    <a:ea typeface="微软雅黑" panose="020B0503020204020204" pitchFamily="34" charset="-122"/>
                    <a:sym typeface="Arial" panose="020B0604020202020204" pitchFamily="34" charset="0"/>
                  </a:rPr>
                  <a:t>Kuangyu Chen</a:t>
                </a:r>
                <a:endParaRPr lang="en-US" altLang="zh-CN" sz="1600" b="1" dirty="0">
                  <a:solidFill>
                    <a:schemeClr val="tx1">
                      <a:lumMod val="75000"/>
                      <a:lumOff val="25000"/>
                    </a:schemeClr>
                  </a:solidFill>
                  <a:effectLst/>
                  <a:latin typeface="Arial" panose="020B0604020202020204" pitchFamily="34" charset="0"/>
                  <a:ea typeface="微软雅黑" panose="020B0503020204020204" pitchFamily="34" charset="-122"/>
                  <a:sym typeface="Arial" panose="020B0604020202020204" pitchFamily="34" charset="0"/>
                </a:endParaRPr>
              </a:p>
            </p:txBody>
          </p:sp>
        </p:grpSp>
        <p:cxnSp>
          <p:nvCxnSpPr>
            <p:cNvPr id="8" name="直接连接符 7"/>
            <p:cNvCxnSpPr/>
            <p:nvPr/>
          </p:nvCxnSpPr>
          <p:spPr>
            <a:xfrm>
              <a:off x="7112" y="5765"/>
              <a:ext cx="9923" cy="0"/>
            </a:xfrm>
            <a:prstGeom prst="line">
              <a:avLst/>
            </a:prstGeom>
            <a:ln w="19050">
              <a:solidFill>
                <a:schemeClr val="tx1">
                  <a:lumMod val="75000"/>
                  <a:lumOff val="25000"/>
                </a:schemeClr>
              </a:solidFill>
              <a:tailEnd type="none"/>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479424" y="165838"/>
            <a:ext cx="11233151" cy="415290"/>
          </a:xfrm>
        </p:spPr>
        <p:txBody>
          <a:bodyPr/>
          <a:p>
            <a:r>
              <a:rPr lang="en-US" altLang="zh-CN"/>
              <a:t>Brief Introduction</a:t>
            </a:r>
            <a:endParaRPr lang="en-US" altLang="zh-CN"/>
          </a:p>
        </p:txBody>
      </p:sp>
      <p:sp>
        <p:nvSpPr>
          <p:cNvPr id="3" name="文本框 2"/>
          <p:cNvSpPr txBox="1"/>
          <p:nvPr/>
        </p:nvSpPr>
        <p:spPr>
          <a:xfrm>
            <a:off x="1694180" y="1868170"/>
            <a:ext cx="4712970" cy="3969385"/>
          </a:xfrm>
          <a:prstGeom prst="rect">
            <a:avLst/>
          </a:prstGeom>
          <a:noFill/>
        </p:spPr>
        <p:txBody>
          <a:bodyPr wrap="square" rtlCol="0">
            <a:spAutoFit/>
          </a:bodyPr>
          <a:p>
            <a:pPr algn="just"/>
            <a:r>
              <a:rPr lang="en-US" altLang="zh-CN" sz="2800">
                <a:solidFill>
                  <a:schemeClr val="tx1"/>
                </a:solidFill>
                <a:effectLst>
                  <a:outerShdw blurRad="38100" dist="19050" dir="2700000" algn="tl" rotWithShape="0">
                    <a:schemeClr val="dk1">
                      <a:alpha val="40000"/>
                    </a:schemeClr>
                  </a:outerShdw>
                </a:effectLst>
              </a:rPr>
              <a:t>MazeBot is an intelligent maze exploration robot system based on STM32, integrating </a:t>
            </a:r>
            <a:r>
              <a:rPr lang="en-US" altLang="zh-CN" sz="2800" b="1">
                <a:solidFill>
                  <a:schemeClr val="tx1"/>
                </a:solidFill>
                <a:effectLst>
                  <a:outerShdw blurRad="38100" dist="19050" dir="2700000" algn="tl" rotWithShape="0">
                    <a:schemeClr val="dk1">
                      <a:alpha val="40000"/>
                    </a:schemeClr>
                  </a:outerShdw>
                </a:effectLst>
              </a:rPr>
              <a:t>fully independently designed</a:t>
            </a:r>
            <a:r>
              <a:rPr lang="en-US" altLang="zh-CN" sz="2800">
                <a:solidFill>
                  <a:schemeClr val="tx1"/>
                </a:solidFill>
                <a:effectLst>
                  <a:outerShdw blurRad="38100" dist="19050" dir="2700000" algn="tl" rotWithShape="0">
                    <a:schemeClr val="dk1">
                      <a:alpha val="40000"/>
                    </a:schemeClr>
                  </a:outerShdw>
                </a:effectLst>
              </a:rPr>
              <a:t> technologies such as lidar SLAM, automatic route finding &amp; mapping,  precise motion control, and real-time visualization.</a:t>
            </a:r>
            <a:endParaRPr lang="en-US" altLang="zh-CN" sz="2800">
              <a:solidFill>
                <a:schemeClr val="tx1"/>
              </a:solidFill>
              <a:effectLst>
                <a:outerShdw blurRad="38100" dist="19050" dir="2700000" algn="tl" rotWithShape="0">
                  <a:schemeClr val="dk1">
                    <a:alpha val="40000"/>
                  </a:schemeClr>
                </a:outerShdw>
              </a:effectLst>
            </a:endParaRPr>
          </a:p>
        </p:txBody>
      </p:sp>
      <p:pic>
        <p:nvPicPr>
          <p:cNvPr id="4" name="图片 3" descr="f69ca09972e55cc1713eb2aa77224221"/>
          <p:cNvPicPr>
            <a:picLocks noChangeAspect="1"/>
          </p:cNvPicPr>
          <p:nvPr/>
        </p:nvPicPr>
        <p:blipFill>
          <a:blip r:embed="rId1"/>
          <a:srcRect t="10120" b="19278"/>
          <a:stretch>
            <a:fillRect/>
          </a:stretch>
        </p:blipFill>
        <p:spPr>
          <a:xfrm>
            <a:off x="7317552" y="1868450"/>
            <a:ext cx="3195664" cy="40145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8" presetClass="entr" presetSubtype="12"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strips(downLeft)">
                                      <p:cBhvr>
                                        <p:cTn id="1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479424" y="165838"/>
            <a:ext cx="11233151" cy="415290"/>
          </a:xfrm>
        </p:spPr>
        <p:txBody>
          <a:bodyPr/>
          <a:p>
            <a:r>
              <a:rPr lang="en-US" altLang="zh-CN"/>
              <a:t>Our Innovation</a:t>
            </a:r>
            <a:endParaRPr lang="en-US" altLang="zh-CN"/>
          </a:p>
        </p:txBody>
      </p:sp>
      <p:sp>
        <p:nvSpPr>
          <p:cNvPr id="3" name="文本框 2"/>
          <p:cNvSpPr txBox="1"/>
          <p:nvPr/>
        </p:nvSpPr>
        <p:spPr>
          <a:xfrm>
            <a:off x="1576705" y="1673860"/>
            <a:ext cx="6096000" cy="1198880"/>
          </a:xfrm>
          <a:prstGeom prst="rect">
            <a:avLst/>
          </a:prstGeom>
          <a:noFill/>
        </p:spPr>
        <p:txBody>
          <a:bodyPr wrap="square" rtlCol="0" anchor="t">
            <a:spAutoFit/>
          </a:bodyPr>
          <a:p>
            <a:pPr algn="l">
              <a:buClrTx/>
              <a:buSzTx/>
              <a:buFontTx/>
            </a:pPr>
            <a:r>
              <a:rPr lang="en-US" altLang="zh-CN" sz="2400" b="1">
                <a:solidFill>
                  <a:srgbClr val="00B0F0"/>
                </a:solidFill>
              </a:rPr>
              <a:t>The mapping algorithm of the upper computer was all handwritten by myself and did not call any Python</a:t>
            </a:r>
            <a:r>
              <a:rPr lang="en-US" altLang="zh-CN" sz="2400">
                <a:solidFill>
                  <a:srgbClr val="00B0F0"/>
                </a:solidFill>
              </a:rPr>
              <a:t> </a:t>
            </a:r>
            <a:r>
              <a:rPr lang="en-US" altLang="zh-CN" sz="2400" b="1">
                <a:solidFill>
                  <a:srgbClr val="00B0F0"/>
                </a:solidFill>
              </a:rPr>
              <a:t>libraries</a:t>
            </a:r>
            <a:endParaRPr lang="en-US" altLang="zh-CN" sz="2400" b="1">
              <a:solidFill>
                <a:srgbClr val="00B0F0"/>
              </a:solidFill>
            </a:endParaRPr>
          </a:p>
        </p:txBody>
      </p:sp>
      <p:sp>
        <p:nvSpPr>
          <p:cNvPr id="4" name="文本框 3"/>
          <p:cNvSpPr txBox="1"/>
          <p:nvPr/>
        </p:nvSpPr>
        <p:spPr>
          <a:xfrm>
            <a:off x="2514600" y="3314065"/>
            <a:ext cx="6242050" cy="1198880"/>
          </a:xfrm>
          <a:prstGeom prst="rect">
            <a:avLst/>
          </a:prstGeom>
          <a:noFill/>
        </p:spPr>
        <p:txBody>
          <a:bodyPr wrap="square" rtlCol="0" anchor="t">
            <a:spAutoFit/>
          </a:bodyPr>
          <a:p>
            <a:pPr algn="l">
              <a:buClrTx/>
              <a:buSzTx/>
              <a:buFontTx/>
            </a:pPr>
            <a:r>
              <a:rPr lang="en-US" altLang="zh-CN" sz="2400" b="1">
                <a:solidFill>
                  <a:srgbClr val="1757C9"/>
                </a:solidFill>
              </a:rPr>
              <a:t>A perfect UI interface and a parameter adjustment system tailored to different scenarios</a:t>
            </a:r>
            <a:endParaRPr lang="en-US" altLang="zh-CN" sz="2400" b="1">
              <a:solidFill>
                <a:srgbClr val="1757C9"/>
              </a:solidFill>
            </a:endParaRPr>
          </a:p>
        </p:txBody>
      </p:sp>
      <p:sp>
        <p:nvSpPr>
          <p:cNvPr id="5" name="文本框 4"/>
          <p:cNvSpPr txBox="1"/>
          <p:nvPr/>
        </p:nvSpPr>
        <p:spPr>
          <a:xfrm>
            <a:off x="3423920" y="4810760"/>
            <a:ext cx="7716520" cy="1198880"/>
          </a:xfrm>
          <a:prstGeom prst="rect">
            <a:avLst/>
          </a:prstGeom>
          <a:noFill/>
        </p:spPr>
        <p:txBody>
          <a:bodyPr wrap="square" rtlCol="0" anchor="t">
            <a:spAutoFit/>
          </a:bodyPr>
          <a:p>
            <a:pPr algn="l">
              <a:buClrTx/>
              <a:buSzTx/>
              <a:buFontTx/>
            </a:pPr>
            <a:r>
              <a:rPr lang="en-US" altLang="zh-CN" sz="2400" b="1">
                <a:solidFill>
                  <a:srgbClr val="00B0F0"/>
                </a:solidFill>
              </a:rPr>
              <a:t>An accurate mileage calculation method was obtained by combining the robot's own mechanical parameters, motor parameters and kinematic formulas</a:t>
            </a:r>
            <a:endParaRPr lang="en-US" altLang="zh-CN" sz="2400" b="1">
              <a:solidFill>
                <a:srgbClr val="00B0F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6" name="矩形 25"/>
          <p:cNvSpPr/>
          <p:nvPr/>
        </p:nvSpPr>
        <p:spPr>
          <a:xfrm>
            <a:off x="0" y="5058701"/>
            <a:ext cx="12192000" cy="17992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sz="1600">
              <a:latin typeface="Arial" panose="020B0604020202020204" pitchFamily="34" charset="0"/>
              <a:ea typeface="微软雅黑" panose="020B0503020204020204" pitchFamily="34" charset="-122"/>
              <a:sym typeface="Arial" panose="020B0604020202020204" pitchFamily="34" charset="0"/>
            </a:endParaRPr>
          </a:p>
        </p:txBody>
      </p:sp>
      <p:sp>
        <p:nvSpPr>
          <p:cNvPr id="22" name="矩形"/>
          <p:cNvSpPr/>
          <p:nvPr/>
        </p:nvSpPr>
        <p:spPr>
          <a:xfrm>
            <a:off x="695325" y="722012"/>
            <a:ext cx="10801350" cy="5275802"/>
          </a:xfrm>
          <a:prstGeom prst="roundRect">
            <a:avLst>
              <a:gd name="adj" fmla="val 0"/>
            </a:avLst>
          </a:prstGeom>
          <a:solidFill>
            <a:schemeClr val="bg1"/>
          </a:solidFill>
          <a:ln>
            <a:noFill/>
          </a:ln>
          <a:effectLst>
            <a:outerShdw blurRad="254000" dist="241300" dir="3480000" algn="tl" rotWithShape="0">
              <a:prstClr val="black">
                <a:alpha val="1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sz="1600">
              <a:latin typeface="Arial" panose="020B0604020202020204" pitchFamily="34" charset="0"/>
              <a:ea typeface="微软雅黑" panose="020B0503020204020204" pitchFamily="34" charset="-122"/>
              <a:sym typeface="Arial" panose="020B0604020202020204" pitchFamily="34" charset="0"/>
            </a:endParaRPr>
          </a:p>
        </p:txBody>
      </p:sp>
      <p:sp>
        <p:nvSpPr>
          <p:cNvPr id="41" name="page"/>
          <p:cNvSpPr txBox="1"/>
          <p:nvPr/>
        </p:nvSpPr>
        <p:spPr>
          <a:xfrm>
            <a:off x="11468132" y="6401320"/>
            <a:ext cx="84455" cy="184150"/>
          </a:xfrm>
          <a:prstGeom prst="rect">
            <a:avLst/>
          </a:prstGeom>
          <a:noFill/>
        </p:spPr>
        <p:txBody>
          <a:bodyPr vert="horz" wrap="none" lIns="0" tIns="0" rIns="0" bIns="0" rtlCol="0" anchor="ctr" anchorCtr="0">
            <a:spAutoFit/>
          </a:bodyP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A48DBFAF-01A5-47DE-A33F-834723B47D4E}" type="slidenum">
              <a:rPr lang="ja-JP" altLang="en-US" b="1" smtClean="0">
                <a:solidFill>
                  <a:schemeClr val="bg1"/>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fld>
            <a:endParaRPr lang="ja-JP" altLang="en-US" b="1" dirty="0" smtClean="0">
              <a:solidFill>
                <a:schemeClr val="bg1"/>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sp>
        <p:nvSpPr>
          <p:cNvPr id="6" name="标题"/>
          <p:cNvSpPr/>
          <p:nvPr/>
        </p:nvSpPr>
        <p:spPr>
          <a:xfrm flipH="1">
            <a:off x="5136515" y="1033930"/>
            <a:ext cx="1918970" cy="79438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90000" rIns="0" bIns="90000" rtlCol="0" anchor="ctr" anchorCtr="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r>
              <a:rPr kumimoji="1" lang="en-US" altLang="zh-CN" sz="4000" b="1" dirty="0">
                <a:solidFill>
                  <a:schemeClr val="tx1">
                    <a:lumMod val="85000"/>
                    <a:lumOff val="1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Content</a:t>
            </a:r>
            <a:endParaRPr kumimoji="1" lang="en-US" altLang="zh-CN" sz="4000" b="1" dirty="0">
              <a:solidFill>
                <a:schemeClr val="tx1">
                  <a:lumMod val="85000"/>
                  <a:lumOff val="1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sp>
        <p:nvSpPr>
          <p:cNvPr id="25" name="矩形 24"/>
          <p:cNvSpPr/>
          <p:nvPr/>
        </p:nvSpPr>
        <p:spPr>
          <a:xfrm>
            <a:off x="4326730" y="785512"/>
            <a:ext cx="3538538" cy="7315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sz="1600">
              <a:latin typeface="Arial" panose="020B0604020202020204" pitchFamily="34" charset="0"/>
              <a:ea typeface="微软雅黑" panose="020B0503020204020204" pitchFamily="34" charset="-122"/>
              <a:sym typeface="Arial" panose="020B0604020202020204" pitchFamily="34" charset="0"/>
            </a:endParaRPr>
          </a:p>
        </p:txBody>
      </p:sp>
      <p:grpSp>
        <p:nvGrpSpPr>
          <p:cNvPr id="3" name="组合 2"/>
          <p:cNvGrpSpPr/>
          <p:nvPr/>
        </p:nvGrpSpPr>
        <p:grpSpPr>
          <a:xfrm>
            <a:off x="1117600" y="2319655"/>
            <a:ext cx="10350500" cy="2557780"/>
            <a:chOff x="1588" y="3717"/>
            <a:chExt cx="16300" cy="4028"/>
          </a:xfrm>
        </p:grpSpPr>
        <p:grpSp>
          <p:nvGrpSpPr>
            <p:cNvPr id="4" name="组合 3"/>
            <p:cNvGrpSpPr/>
            <p:nvPr>
              <p:custDataLst>
                <p:tags r:id="rId1"/>
              </p:custDataLst>
            </p:nvPr>
          </p:nvGrpSpPr>
          <p:grpSpPr>
            <a:xfrm>
              <a:off x="9626" y="3842"/>
              <a:ext cx="8262" cy="3708"/>
              <a:chOff x="3147" y="4102"/>
              <a:chExt cx="5849" cy="2723"/>
            </a:xfrm>
          </p:grpSpPr>
          <p:sp>
            <p:nvSpPr>
              <p:cNvPr id="5" name="文本框 4"/>
              <p:cNvSpPr txBox="1"/>
              <p:nvPr>
                <p:custDataLst>
                  <p:tags r:id="rId2"/>
                </p:custDataLst>
              </p:nvPr>
            </p:nvSpPr>
            <p:spPr>
              <a:xfrm>
                <a:off x="4037" y="4102"/>
                <a:ext cx="4057" cy="706"/>
              </a:xfrm>
              <a:prstGeom prst="rect">
                <a:avLst/>
              </a:prstGeom>
              <a:noFill/>
            </p:spPr>
            <p:txBody>
              <a:bodyPr wrap="square" rtlCol="0" anchor="ctr" anchorCtr="0">
                <a:noAutofit/>
              </a:bodyPr>
              <a:lstStyle>
                <a:defPPr>
                  <a:defRPr lang="en-US"/>
                </a:defPPr>
                <a:lvl1pPr>
                  <a:defRPr sz="2400">
                    <a:solidFill>
                      <a:schemeClr val="tx1">
                        <a:lumMod val="75000"/>
                        <a:lumOff val="25000"/>
                      </a:schemeClr>
                    </a:solidFill>
                    <a:latin typeface="微软雅黑" panose="020B0503020204020204" pitchFamily="34" charset="-122"/>
                    <a:ea typeface="微软雅黑" panose="020B0503020204020204" pitchFamily="34" charset="-122"/>
                  </a:defRPr>
                </a:lvl1pPr>
              </a:lstStyle>
              <a:p>
                <a:pPr marL="0" indent="0" algn="l" defTabSz="457200" rtl="0" eaLnBrk="1" fontAlgn="auto" latinLnBrk="0" hangingPunct="1">
                  <a:lnSpc>
                    <a:spcPct val="100000"/>
                  </a:lnSpc>
                  <a:spcBef>
                    <a:spcPct val="0"/>
                  </a:spcBef>
                  <a:spcAft>
                    <a:spcPct val="0"/>
                  </a:spcAft>
                  <a:buNone/>
                </a:pPr>
                <a:r>
                  <a:rPr lang="en-US" altLang="zh-CN"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Software Technical Details</a:t>
                </a:r>
                <a:endParaRPr lang="en-US" altLang="zh-CN"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7" name="矩形: 圆角 28"/>
              <p:cNvSpPr/>
              <p:nvPr>
                <p:custDataLst>
                  <p:tags r:id="rId3"/>
                </p:custDataLst>
              </p:nvPr>
            </p:nvSpPr>
            <p:spPr>
              <a:xfrm>
                <a:off x="3147" y="4102"/>
                <a:ext cx="706" cy="706"/>
              </a:xfrm>
              <a:prstGeom prst="roundRect">
                <a:avLst>
                  <a:gd name="adj" fmla="val 0"/>
                </a:avLst>
              </a:prstGeom>
              <a:solidFill>
                <a:schemeClr val="accent1"/>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r>
                  <a:rPr lang="en-US" altLang="zh-CN" sz="2800" b="1" dirty="0">
                    <a:solidFill>
                      <a:schemeClr val="bg1"/>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4</a:t>
                </a:r>
                <a:endParaRPr lang="en-US" altLang="zh-CN" sz="2800" b="1" dirty="0">
                  <a:solidFill>
                    <a:schemeClr val="bg1"/>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sp>
            <p:nvSpPr>
              <p:cNvPr id="8" name="矩形: 圆角 29"/>
              <p:cNvSpPr/>
              <p:nvPr>
                <p:custDataLst>
                  <p:tags r:id="rId4"/>
                </p:custDataLst>
              </p:nvPr>
            </p:nvSpPr>
            <p:spPr>
              <a:xfrm>
                <a:off x="3147" y="5089"/>
                <a:ext cx="706" cy="706"/>
              </a:xfrm>
              <a:prstGeom prst="roundRect">
                <a:avLst>
                  <a:gd name="adj" fmla="val 0"/>
                </a:avLst>
              </a:prstGeom>
              <a:solidFill>
                <a:schemeClr val="accent1"/>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r>
                  <a:rPr lang="en-US" altLang="zh-CN" sz="2800" b="1" dirty="0">
                    <a:solidFill>
                      <a:schemeClr val="bg1"/>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5</a:t>
                </a:r>
                <a:endParaRPr lang="en-US" altLang="zh-CN" sz="2800" b="1" dirty="0">
                  <a:solidFill>
                    <a:schemeClr val="bg1"/>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sp>
            <p:nvSpPr>
              <p:cNvPr id="9" name="矩形: 圆角 31"/>
              <p:cNvSpPr/>
              <p:nvPr>
                <p:custDataLst>
                  <p:tags r:id="rId5"/>
                </p:custDataLst>
              </p:nvPr>
            </p:nvSpPr>
            <p:spPr>
              <a:xfrm>
                <a:off x="3147" y="6119"/>
                <a:ext cx="706" cy="706"/>
              </a:xfrm>
              <a:prstGeom prst="roundRect">
                <a:avLst>
                  <a:gd name="adj" fmla="val 0"/>
                </a:avLst>
              </a:prstGeom>
              <a:solidFill>
                <a:schemeClr val="accent1"/>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r>
                  <a:rPr lang="en-US" altLang="zh-CN" sz="2800" b="1" dirty="0">
                    <a:solidFill>
                      <a:schemeClr val="bg1"/>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6</a:t>
                </a:r>
                <a:endParaRPr lang="en-US" altLang="zh-CN" sz="2800" b="1" dirty="0">
                  <a:solidFill>
                    <a:schemeClr val="bg1"/>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sp>
            <p:nvSpPr>
              <p:cNvPr id="10" name="文本框 9"/>
              <p:cNvSpPr txBox="1"/>
              <p:nvPr>
                <p:custDataLst>
                  <p:tags r:id="rId6"/>
                </p:custDataLst>
              </p:nvPr>
            </p:nvSpPr>
            <p:spPr>
              <a:xfrm>
                <a:off x="4037" y="5089"/>
                <a:ext cx="4959" cy="815"/>
              </a:xfrm>
              <a:prstGeom prst="rect">
                <a:avLst/>
              </a:prstGeom>
              <a:noFill/>
            </p:spPr>
            <p:txBody>
              <a:bodyPr wrap="square" rtlCol="0" anchor="ctr" anchorCtr="0">
                <a:noAutofit/>
              </a:bodyPr>
              <a:lstStyle>
                <a:defPPr>
                  <a:defRPr lang="en-US"/>
                </a:defPPr>
                <a:lvl1pPr>
                  <a:defRPr sz="2400">
                    <a:solidFill>
                      <a:schemeClr val="tx1">
                        <a:lumMod val="75000"/>
                        <a:lumOff val="25000"/>
                      </a:schemeClr>
                    </a:solidFill>
                    <a:latin typeface="微软雅黑" panose="020B0503020204020204" pitchFamily="34" charset="-122"/>
                    <a:ea typeface="微软雅黑" panose="020B0503020204020204" pitchFamily="34" charset="-122"/>
                  </a:defRPr>
                </a:lvl1pPr>
              </a:lstStyle>
              <a:p>
                <a:pPr indent="0" algn="l" fontAlgn="auto">
                  <a:lnSpc>
                    <a:spcPct val="100000"/>
                  </a:lnSpc>
                </a:pPr>
                <a:r>
                  <a:rPr lang="en-US" altLang="zh-CN" dirty="0">
                    <a:latin typeface="Arial" panose="020B0604020202020204" pitchFamily="34" charset="0"/>
                    <a:sym typeface="Arial" panose="020B0604020202020204" pitchFamily="34" charset="0"/>
                  </a:rPr>
                  <a:t>System integration and optimization</a:t>
                </a:r>
                <a:endParaRPr lang="en-US" altLang="zh-CN" dirty="0">
                  <a:latin typeface="Arial" panose="020B0604020202020204" pitchFamily="34" charset="0"/>
                  <a:sym typeface="Arial" panose="020B0604020202020204" pitchFamily="34" charset="0"/>
                </a:endParaRPr>
              </a:p>
            </p:txBody>
          </p:sp>
          <p:sp>
            <p:nvSpPr>
              <p:cNvPr id="11" name="文本框 10"/>
              <p:cNvSpPr txBox="1"/>
              <p:nvPr>
                <p:custDataLst>
                  <p:tags r:id="rId7"/>
                </p:custDataLst>
              </p:nvPr>
            </p:nvSpPr>
            <p:spPr>
              <a:xfrm>
                <a:off x="4037" y="6104"/>
                <a:ext cx="3168" cy="721"/>
              </a:xfrm>
              <a:prstGeom prst="rect">
                <a:avLst/>
              </a:prstGeom>
              <a:noFill/>
            </p:spPr>
            <p:txBody>
              <a:bodyPr wrap="square" rtlCol="0" anchor="ctr" anchorCtr="0">
                <a:noAutofit/>
              </a:bodyPr>
              <a:lstStyle>
                <a:defPPr>
                  <a:defRPr lang="en-US"/>
                </a:defPPr>
                <a:lvl1pPr>
                  <a:defRPr sz="2400">
                    <a:solidFill>
                      <a:schemeClr val="tx1">
                        <a:lumMod val="75000"/>
                        <a:lumOff val="25000"/>
                      </a:schemeClr>
                    </a:solidFill>
                    <a:latin typeface="微软雅黑" panose="020B0503020204020204" pitchFamily="34" charset="-122"/>
                    <a:ea typeface="微软雅黑" panose="020B0503020204020204" pitchFamily="34" charset="-122"/>
                  </a:defRPr>
                </a:lvl1pPr>
              </a:lstStyle>
              <a:p>
                <a:pPr algn="l">
                  <a:lnSpc>
                    <a:spcPct val="120000"/>
                  </a:lnSpc>
                </a:pPr>
                <a:r>
                  <a:rPr lang="en-US" altLang="zh-CN" dirty="0">
                    <a:latin typeface="Arial" panose="020B0604020202020204" pitchFamily="34" charset="0"/>
                    <a:sym typeface="Arial" panose="020B0604020202020204" pitchFamily="34" charset="0"/>
                  </a:rPr>
                  <a:t>Epilogue</a:t>
                </a:r>
                <a:endParaRPr lang="en-US" altLang="zh-CN" dirty="0">
                  <a:latin typeface="Arial" panose="020B0604020202020204" pitchFamily="34" charset="0"/>
                  <a:sym typeface="Arial" panose="020B0604020202020204" pitchFamily="34" charset="0"/>
                </a:endParaRPr>
              </a:p>
            </p:txBody>
          </p:sp>
        </p:grpSp>
        <p:grpSp>
          <p:nvGrpSpPr>
            <p:cNvPr id="2" name="组合 1"/>
            <p:cNvGrpSpPr/>
            <p:nvPr>
              <p:custDataLst>
                <p:tags r:id="rId8"/>
              </p:custDataLst>
            </p:nvPr>
          </p:nvGrpSpPr>
          <p:grpSpPr>
            <a:xfrm>
              <a:off x="1588" y="3717"/>
              <a:ext cx="8241" cy="4029"/>
              <a:chOff x="3147" y="4102"/>
              <a:chExt cx="5834" cy="2844"/>
            </a:xfrm>
          </p:grpSpPr>
          <p:sp>
            <p:nvSpPr>
              <p:cNvPr id="28" name="文本框 27"/>
              <p:cNvSpPr txBox="1"/>
              <p:nvPr>
                <p:custDataLst>
                  <p:tags r:id="rId9"/>
                </p:custDataLst>
              </p:nvPr>
            </p:nvSpPr>
            <p:spPr>
              <a:xfrm>
                <a:off x="4037" y="4165"/>
                <a:ext cx="4340" cy="704"/>
              </a:xfrm>
              <a:prstGeom prst="rect">
                <a:avLst/>
              </a:prstGeom>
              <a:noFill/>
            </p:spPr>
            <p:txBody>
              <a:bodyPr wrap="square" rtlCol="0" anchor="ctr" anchorCtr="0">
                <a:noAutofit/>
              </a:bodyPr>
              <a:lstStyle>
                <a:defPPr>
                  <a:defRPr lang="en-US"/>
                </a:defPPr>
                <a:lvl1pPr>
                  <a:defRPr sz="2400">
                    <a:solidFill>
                      <a:schemeClr val="tx1">
                        <a:lumMod val="75000"/>
                        <a:lumOff val="25000"/>
                      </a:schemeClr>
                    </a:solidFill>
                    <a:latin typeface="微软雅黑" panose="020B0503020204020204" pitchFamily="34" charset="-122"/>
                    <a:ea typeface="微软雅黑" panose="020B0503020204020204" pitchFamily="34" charset="-122"/>
                  </a:defRPr>
                </a:lvl1pPr>
              </a:lstStyle>
              <a:p>
                <a:pPr marL="0" indent="0" algn="l" defTabSz="457200" rtl="0" eaLnBrk="1" fontAlgn="auto" latinLnBrk="0" hangingPunct="1">
                  <a:lnSpc>
                    <a:spcPct val="100000"/>
                  </a:lnSpc>
                  <a:spcBef>
                    <a:spcPct val="0"/>
                  </a:spcBef>
                  <a:spcAft>
                    <a:spcPct val="0"/>
                  </a:spcAft>
                  <a:buNone/>
                </a:pPr>
                <a:r>
                  <a:rPr lang="en-US" altLang="zh-CN"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Autonomous Robot Hardware Architecture</a:t>
                </a:r>
                <a:endParaRPr lang="zh-CN" altLang="en-US"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29" name="矩形: 圆角 28"/>
              <p:cNvSpPr/>
              <p:nvPr>
                <p:custDataLst>
                  <p:tags r:id="rId10"/>
                </p:custDataLst>
              </p:nvPr>
            </p:nvSpPr>
            <p:spPr>
              <a:xfrm>
                <a:off x="3147" y="4102"/>
                <a:ext cx="706" cy="706"/>
              </a:xfrm>
              <a:prstGeom prst="roundRect">
                <a:avLst>
                  <a:gd name="adj" fmla="val 0"/>
                </a:avLst>
              </a:prstGeom>
              <a:solidFill>
                <a:schemeClr val="accent1"/>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r>
                  <a:rPr lang="en-US" altLang="zh-CN" sz="2800" b="1" dirty="0">
                    <a:solidFill>
                      <a:schemeClr val="bg1"/>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1</a:t>
                </a:r>
                <a:endParaRPr lang="en-US" altLang="zh-CN" sz="2800" b="1" dirty="0">
                  <a:solidFill>
                    <a:schemeClr val="bg1"/>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sp>
            <p:nvSpPr>
              <p:cNvPr id="30" name="矩形: 圆角 29"/>
              <p:cNvSpPr/>
              <p:nvPr>
                <p:custDataLst>
                  <p:tags r:id="rId11"/>
                </p:custDataLst>
              </p:nvPr>
            </p:nvSpPr>
            <p:spPr>
              <a:xfrm>
                <a:off x="3147" y="5089"/>
                <a:ext cx="706" cy="706"/>
              </a:xfrm>
              <a:prstGeom prst="roundRect">
                <a:avLst>
                  <a:gd name="adj" fmla="val 0"/>
                </a:avLst>
              </a:prstGeom>
              <a:solidFill>
                <a:schemeClr val="accent1"/>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r>
                  <a:rPr lang="en-US" altLang="zh-CN" sz="2800" b="1" dirty="0">
                    <a:solidFill>
                      <a:schemeClr val="bg1"/>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2</a:t>
                </a:r>
                <a:endParaRPr lang="en-US" altLang="zh-CN" sz="2800" b="1" dirty="0">
                  <a:solidFill>
                    <a:schemeClr val="bg1"/>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sp>
            <p:nvSpPr>
              <p:cNvPr id="32" name="矩形: 圆角 31"/>
              <p:cNvSpPr/>
              <p:nvPr>
                <p:custDataLst>
                  <p:tags r:id="rId12"/>
                </p:custDataLst>
              </p:nvPr>
            </p:nvSpPr>
            <p:spPr>
              <a:xfrm>
                <a:off x="3147" y="6119"/>
                <a:ext cx="706" cy="706"/>
              </a:xfrm>
              <a:prstGeom prst="roundRect">
                <a:avLst>
                  <a:gd name="adj" fmla="val 0"/>
                </a:avLst>
              </a:prstGeom>
              <a:solidFill>
                <a:schemeClr val="accent1"/>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r>
                  <a:rPr lang="en-US" altLang="zh-CN" sz="2800" b="1" dirty="0">
                    <a:solidFill>
                      <a:schemeClr val="bg1"/>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3</a:t>
                </a:r>
                <a:endParaRPr lang="en-US" altLang="zh-CN" sz="2800" b="1" dirty="0">
                  <a:solidFill>
                    <a:schemeClr val="bg1"/>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sp>
            <p:nvSpPr>
              <p:cNvPr id="34" name="文本框 33"/>
              <p:cNvSpPr txBox="1"/>
              <p:nvPr>
                <p:custDataLst>
                  <p:tags r:id="rId13"/>
                </p:custDataLst>
              </p:nvPr>
            </p:nvSpPr>
            <p:spPr>
              <a:xfrm>
                <a:off x="4037" y="5197"/>
                <a:ext cx="4340" cy="563"/>
              </a:xfrm>
              <a:prstGeom prst="rect">
                <a:avLst/>
              </a:prstGeom>
              <a:noFill/>
            </p:spPr>
            <p:txBody>
              <a:bodyPr wrap="square" rtlCol="0" anchor="ctr" anchorCtr="0">
                <a:noAutofit/>
              </a:bodyPr>
              <a:lstStyle>
                <a:defPPr>
                  <a:defRPr lang="en-US"/>
                </a:defPPr>
                <a:lvl1pPr>
                  <a:defRPr sz="2400">
                    <a:solidFill>
                      <a:schemeClr val="tx1">
                        <a:lumMod val="75000"/>
                        <a:lumOff val="25000"/>
                      </a:schemeClr>
                    </a:solidFill>
                    <a:latin typeface="微软雅黑" panose="020B0503020204020204" pitchFamily="34" charset="-122"/>
                    <a:ea typeface="微软雅黑" panose="020B0503020204020204" pitchFamily="34" charset="-122"/>
                  </a:defRPr>
                </a:lvl1pPr>
              </a:lstStyle>
              <a:p>
                <a:pPr marL="0" indent="0" algn="l" defTabSz="457200" rtl="0" eaLnBrk="1" fontAlgn="auto" latinLnBrk="0" hangingPunct="1">
                  <a:lnSpc>
                    <a:spcPct val="100000"/>
                  </a:lnSpc>
                  <a:spcBef>
                    <a:spcPct val="0"/>
                  </a:spcBef>
                  <a:spcAft>
                    <a:spcPct val="0"/>
                  </a:spcAft>
                  <a:buNone/>
                </a:pPr>
                <a:r>
                  <a:rPr lang="en-US" altLang="zh-CN"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Firmware Technical Details</a:t>
                </a:r>
                <a:endParaRPr lang="en-US" altLang="zh-CN"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35" name="文本框 34"/>
              <p:cNvSpPr txBox="1"/>
              <p:nvPr>
                <p:custDataLst>
                  <p:tags r:id="rId14"/>
                </p:custDataLst>
              </p:nvPr>
            </p:nvSpPr>
            <p:spPr>
              <a:xfrm>
                <a:off x="3955" y="5973"/>
                <a:ext cx="5026" cy="973"/>
              </a:xfrm>
              <a:prstGeom prst="rect">
                <a:avLst/>
              </a:prstGeom>
              <a:noFill/>
            </p:spPr>
            <p:txBody>
              <a:bodyPr wrap="square" rtlCol="0" anchor="ctr" anchorCtr="0">
                <a:noAutofit/>
              </a:bodyPr>
              <a:lstStyle>
                <a:defPPr>
                  <a:defRPr lang="en-US"/>
                </a:defPPr>
                <a:lvl1pPr>
                  <a:defRPr sz="2400">
                    <a:solidFill>
                      <a:schemeClr val="tx1">
                        <a:lumMod val="75000"/>
                        <a:lumOff val="25000"/>
                      </a:schemeClr>
                    </a:solidFill>
                    <a:latin typeface="微软雅黑" panose="020B0503020204020204" pitchFamily="34" charset="-122"/>
                    <a:ea typeface="微软雅黑" panose="020B0503020204020204" pitchFamily="34" charset="-122"/>
                  </a:defRPr>
                </a:lvl1pPr>
              </a:lstStyle>
              <a:p>
                <a:pPr marL="0" indent="0" algn="l" defTabSz="457200" rtl="0" eaLnBrk="1" fontAlgn="auto" latinLnBrk="0" hangingPunct="1">
                  <a:lnSpc>
                    <a:spcPct val="100000"/>
                  </a:lnSpc>
                  <a:spcBef>
                    <a:spcPct val="0"/>
                  </a:spcBef>
                  <a:spcAft>
                    <a:spcPct val="0"/>
                  </a:spcAft>
                  <a:buNone/>
                </a:pPr>
                <a:r>
                  <a:rPr lang="en-US" altLang="zh-CN"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Upper-Lower Computer Collaboration Architecture</a:t>
                </a:r>
                <a:endParaRPr lang="en-US" altLang="zh-CN"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endParaRPr>
              </a:p>
            </p:txBody>
          </p:sp>
        </p:grpSp>
      </p:grpSp>
    </p:spTree>
    <p:custDataLst>
      <p:tags r:id="rId15"/>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6" name="矩形 25"/>
          <p:cNvSpPr/>
          <p:nvPr/>
        </p:nvSpPr>
        <p:spPr>
          <a:xfrm>
            <a:off x="0" y="5058701"/>
            <a:ext cx="12192000" cy="17992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pic>
        <p:nvPicPr>
          <p:cNvPr id="3" name="图片 2"/>
          <p:cNvPicPr>
            <a:picLocks noChangeAspect="1"/>
          </p:cNvPicPr>
          <p:nvPr/>
        </p:nvPicPr>
        <p:blipFill rotWithShape="1">
          <a:blip r:embed="rId1">
            <a:duotone>
              <a:schemeClr val="accent1">
                <a:shade val="45000"/>
                <a:satMod val="135000"/>
              </a:schemeClr>
              <a:prstClr val="white"/>
            </a:duotone>
          </a:blip>
          <a:srcRect t="4253" b="15909"/>
          <a:stretch>
            <a:fillRect/>
          </a:stretch>
        </p:blipFill>
        <p:spPr>
          <a:xfrm>
            <a:off x="3316771" y="788306"/>
            <a:ext cx="8179904" cy="5270215"/>
          </a:xfrm>
          <a:custGeom>
            <a:avLst/>
            <a:gdLst>
              <a:gd name="connsiteX0" fmla="*/ 0 w 2894062"/>
              <a:gd name="connsiteY0" fmla="*/ 0 h 5275802"/>
              <a:gd name="connsiteX1" fmla="*/ 2894062 w 2894062"/>
              <a:gd name="connsiteY1" fmla="*/ 0 h 5275802"/>
              <a:gd name="connsiteX2" fmla="*/ 2894062 w 2894062"/>
              <a:gd name="connsiteY2" fmla="*/ 5275802 h 5275802"/>
              <a:gd name="connsiteX3" fmla="*/ 0 w 2894062"/>
              <a:gd name="connsiteY3" fmla="*/ 5275802 h 5275802"/>
            </a:gdLst>
            <a:ahLst/>
            <a:cxnLst>
              <a:cxn ang="0">
                <a:pos x="connsiteX0" y="connsiteY0"/>
              </a:cxn>
              <a:cxn ang="0">
                <a:pos x="connsiteX1" y="connsiteY1"/>
              </a:cxn>
              <a:cxn ang="0">
                <a:pos x="connsiteX2" y="connsiteY2"/>
              </a:cxn>
              <a:cxn ang="0">
                <a:pos x="connsiteX3" y="connsiteY3"/>
              </a:cxn>
            </a:cxnLst>
            <a:rect l="l" t="t" r="r" b="b"/>
            <a:pathLst>
              <a:path w="2894062" h="5275802">
                <a:moveTo>
                  <a:pt x="0" y="0"/>
                </a:moveTo>
                <a:lnTo>
                  <a:pt x="2894062" y="0"/>
                </a:lnTo>
                <a:lnTo>
                  <a:pt x="2894062" y="5275802"/>
                </a:lnTo>
                <a:lnTo>
                  <a:pt x="0" y="5275802"/>
                </a:lnTo>
                <a:close/>
              </a:path>
            </a:pathLst>
          </a:custGeom>
          <a:ln>
            <a:noFill/>
          </a:ln>
        </p:spPr>
      </p:pic>
      <p:sp>
        <p:nvSpPr>
          <p:cNvPr id="22" name="part"/>
          <p:cNvSpPr/>
          <p:nvPr/>
        </p:nvSpPr>
        <p:spPr>
          <a:xfrm>
            <a:off x="695325" y="785512"/>
            <a:ext cx="2428875" cy="5275802"/>
          </a:xfrm>
          <a:prstGeom prst="roundRect">
            <a:avLst>
              <a:gd name="adj" fmla="val 0"/>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41" name="page"/>
          <p:cNvSpPr txBox="1"/>
          <p:nvPr/>
        </p:nvSpPr>
        <p:spPr>
          <a:xfrm>
            <a:off x="11460667" y="6385673"/>
            <a:ext cx="99386" cy="215444"/>
          </a:xfrm>
          <a:prstGeom prst="rect">
            <a:avLst/>
          </a:prstGeom>
          <a:noFill/>
        </p:spPr>
        <p:txBody>
          <a:bodyPr vert="horz" wrap="none" lIns="0" tIns="0" rIns="0" bIns="0" rtlCol="0" anchor="ctr">
            <a:spAutoFit/>
          </a:bodyP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A48DBFAF-01A5-47DE-A33F-834723B47D4E}" type="slidenum">
              <a:rPr lang="ja-JP" altLang="en-US" sz="1400" b="1" smtClean="0">
                <a:solidFill>
                  <a:schemeClr val="bg1"/>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fld>
            <a:endParaRPr lang="ja-JP" altLang="en-US" sz="1400" b="1" dirty="0">
              <a:solidFill>
                <a:schemeClr val="bg1"/>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sp>
        <p:nvSpPr>
          <p:cNvPr id="6" name="part"/>
          <p:cNvSpPr/>
          <p:nvPr/>
        </p:nvSpPr>
        <p:spPr>
          <a:xfrm flipH="1">
            <a:off x="1360733" y="2529238"/>
            <a:ext cx="1098058" cy="178835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90000" rIns="0" bIns="90000" rtlCol="0" anchor="b" anchorCtr="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lnSpc>
                <a:spcPct val="90000"/>
              </a:lnSpc>
            </a:pPr>
            <a:r>
              <a:rPr kumimoji="1" lang="en-US" altLang="zh-CN" sz="4400" b="1" dirty="0">
                <a:solidFill>
                  <a:schemeClr val="tx1">
                    <a:lumMod val="85000"/>
                    <a:lumOff val="1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Part</a:t>
            </a:r>
            <a:endParaRPr kumimoji="1" lang="en-US" altLang="zh-CN" sz="4400" b="1" dirty="0">
              <a:solidFill>
                <a:schemeClr val="tx1">
                  <a:lumMod val="85000"/>
                  <a:lumOff val="1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a:p>
            <a:pPr algn="ctr">
              <a:lnSpc>
                <a:spcPct val="90000"/>
              </a:lnSpc>
            </a:pPr>
            <a:r>
              <a:rPr kumimoji="1" lang="en-US" altLang="zh-CN" sz="7200" b="1" dirty="0">
                <a:solidFill>
                  <a:schemeClr val="accent1"/>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01</a:t>
            </a:r>
            <a:endParaRPr kumimoji="1" lang="en-US" altLang="zh-CN" sz="7200" b="1" dirty="0">
              <a:solidFill>
                <a:schemeClr val="accent1"/>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sp>
        <p:nvSpPr>
          <p:cNvPr id="8" name="矩形 7"/>
          <p:cNvSpPr/>
          <p:nvPr/>
        </p:nvSpPr>
        <p:spPr>
          <a:xfrm>
            <a:off x="695325" y="748932"/>
            <a:ext cx="2428875" cy="72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2" name="文本框 1"/>
          <p:cNvSpPr txBox="1"/>
          <p:nvPr/>
        </p:nvSpPr>
        <p:spPr>
          <a:xfrm>
            <a:off x="3900990" y="2553901"/>
            <a:ext cx="6776444" cy="1925975"/>
          </a:xfrm>
          <a:prstGeom prst="rect">
            <a:avLst/>
          </a:prstGeom>
          <a:noFill/>
        </p:spPr>
        <p:txBody>
          <a:bodyPr wrap="square" rtlCol="0" anchor="t">
            <a:noAutofit/>
          </a:bodyPr>
          <a:p>
            <a:pPr algn="ctr"/>
            <a:r>
              <a:rPr lang="en-US" altLang="zh-CN" sz="4400" b="1"/>
              <a:t>Autonomous Robot Hardware Architecture</a:t>
            </a:r>
            <a:endParaRPr lang="en-US" altLang="zh-CN" sz="4400" b="1"/>
          </a:p>
        </p:txBody>
      </p:sp>
    </p:spTree>
    <p:custDataLst>
      <p:tags r:id="rId2"/>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479424" y="165838"/>
            <a:ext cx="11233151" cy="415290"/>
          </a:xfrm>
        </p:spPr>
        <p:txBody>
          <a:bodyPr/>
          <a:lstStyle/>
          <a:p>
            <a:r>
              <a:rPr lang="en-US" altLang="zh-CN"/>
              <a:t>Design Process</a:t>
            </a:r>
            <a:endParaRPr lang="en-US" altLang="zh-CN"/>
          </a:p>
        </p:txBody>
      </p:sp>
      <p:pic>
        <p:nvPicPr>
          <p:cNvPr id="10" name="图片 9"/>
          <p:cNvPicPr>
            <a:picLocks noChangeAspect="1"/>
          </p:cNvPicPr>
          <p:nvPr/>
        </p:nvPicPr>
        <p:blipFill>
          <a:blip r:embed="rId2"/>
          <a:stretch>
            <a:fillRect/>
          </a:stretch>
        </p:blipFill>
        <p:spPr>
          <a:xfrm>
            <a:off x="125575" y="1254262"/>
            <a:ext cx="11940808" cy="4496412"/>
          </a:xfrm>
          <a:prstGeom prst="rect">
            <a:avLst/>
          </a:prstGeom>
        </p:spPr>
      </p:pic>
    </p:spTree>
    <p:custDataLst>
      <p:tags r:id="rId3"/>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标题 4"/>
          <p:cNvSpPr>
            <a:spLocks noGrp="1"/>
          </p:cNvSpPr>
          <p:nvPr>
            <p:ph type="title"/>
          </p:nvPr>
        </p:nvSpPr>
        <p:spPr>
          <a:xfrm>
            <a:off x="479424" y="165838"/>
            <a:ext cx="11233151" cy="415290"/>
          </a:xfrm>
        </p:spPr>
        <p:txBody>
          <a:bodyPr/>
          <a:p>
            <a:r>
              <a:rPr lang="en-US" altLang="zh-CN"/>
              <a:t>Hardware Architecture</a:t>
            </a:r>
            <a:endParaRPr lang="en-US" altLang="zh-CN"/>
          </a:p>
        </p:txBody>
      </p:sp>
      <p:sp>
        <p:nvSpPr>
          <p:cNvPr id="7" name="文本框 6"/>
          <p:cNvSpPr txBox="1"/>
          <p:nvPr userDrawn="1"/>
        </p:nvSpPr>
        <p:spPr>
          <a:xfrm>
            <a:off x="309748" y="860094"/>
            <a:ext cx="4584952" cy="1953323"/>
          </a:xfrm>
          <a:prstGeom prst="rect">
            <a:avLst/>
          </a:prstGeom>
        </p:spPr>
        <p:txBody>
          <a:bodyPr wrap="square" rtlCol="0">
            <a:noAutofit/>
          </a:bodyPr>
          <a:p>
            <a:pPr algn="l"/>
            <a:r>
              <a:rPr lang="en-US" altLang="zh-CN" sz="3200" b="1">
                <a:solidFill>
                  <a:schemeClr val="accent4"/>
                </a:solidFill>
              </a:rPr>
              <a:t>1.1</a:t>
            </a:r>
            <a:r>
              <a:rPr lang="en-US" altLang="zh-CN" sz="3200">
                <a:solidFill>
                  <a:schemeClr val="accent4"/>
                </a:solidFill>
              </a:rPr>
              <a:t> </a:t>
            </a:r>
            <a:r>
              <a:rPr lang="en-US" altLang="zh-CN" sz="3200" b="1">
                <a:solidFill>
                  <a:schemeClr val="accent4"/>
                </a:solidFill>
              </a:rPr>
              <a:t>Main Controller</a:t>
            </a:r>
            <a:endParaRPr lang="en-US" altLang="zh-CN" sz="3200" b="1">
              <a:solidFill>
                <a:schemeClr val="accent4"/>
              </a:solidFill>
            </a:endParaRPr>
          </a:p>
          <a:p>
            <a:pPr algn="l"/>
            <a:r>
              <a:rPr lang="en-US" altLang="zh-CN"/>
              <a:t>STM32 Microcontroller - Core Processing Unit</a:t>
            </a:r>
            <a:endParaRPr lang="en-US" altLang="zh-CN"/>
          </a:p>
          <a:p>
            <a:pPr algn="l"/>
            <a:r>
              <a:rPr lang="en-US" altLang="zh-CN"/>
              <a:t>FreeRTOS RTOS - Real-time Multi-tasking</a:t>
            </a:r>
            <a:endParaRPr lang="en-US" altLang="zh-CN"/>
          </a:p>
          <a:p>
            <a:pPr algn="l"/>
            <a:endParaRPr lang="en-US" altLang="zh-CN"/>
          </a:p>
          <a:p>
            <a:pPr algn="l"/>
            <a:r>
              <a:rPr lang="en-US" altLang="zh-CN" b="1"/>
              <a:t>Task Priority Management:</a:t>
            </a:r>
            <a:endParaRPr lang="en-US" altLang="zh-CN"/>
          </a:p>
          <a:p>
            <a:pPr algn="l"/>
            <a:r>
              <a:rPr lang="en-US" altLang="zh-CN"/>
              <a:t>Priority 4 (Highest): Bluetooth Control, Motor Control</a:t>
            </a:r>
            <a:endParaRPr lang="en-US" altLang="zh-CN"/>
          </a:p>
          <a:p>
            <a:pPr algn="l"/>
            <a:r>
              <a:rPr lang="en-US" altLang="zh-CN"/>
              <a:t>Priority 3 (High): IMU Data Acquisition, LiDAR Processing</a:t>
            </a:r>
            <a:endParaRPr lang="en-US" altLang="zh-CN"/>
          </a:p>
          <a:p>
            <a:pPr algn="l"/>
            <a:r>
              <a:rPr lang="en-US" altLang="zh-CN"/>
              <a:t>Priority 1-2 (Medium/Low): Auxiliary Tasks</a:t>
            </a:r>
            <a:endParaRPr lang="en-US" altLang="zh-CN"/>
          </a:p>
        </p:txBody>
      </p:sp>
      <p:sp>
        <p:nvSpPr>
          <p:cNvPr id="8" name="文本框 7"/>
          <p:cNvSpPr txBox="1"/>
          <p:nvPr userDrawn="1"/>
        </p:nvSpPr>
        <p:spPr>
          <a:xfrm>
            <a:off x="5283183" y="860129"/>
            <a:ext cx="6745610" cy="3184191"/>
          </a:xfrm>
          <a:prstGeom prst="rect">
            <a:avLst/>
          </a:prstGeom>
        </p:spPr>
        <p:txBody>
          <a:bodyPr wrap="square" rtlCol="0">
            <a:noAutofit/>
          </a:bodyPr>
          <a:p>
            <a:pPr algn="l"/>
            <a:r>
              <a:rPr lang="en-US" altLang="zh-CN" sz="3200" b="1">
                <a:solidFill>
                  <a:schemeClr val="accent4"/>
                </a:solidFill>
              </a:rPr>
              <a:t>1.2 Sensor System</a:t>
            </a:r>
            <a:endParaRPr lang="en-US" altLang="zh-CN" sz="3200" b="1">
              <a:solidFill>
                <a:schemeClr val="accent4"/>
              </a:solidFill>
            </a:endParaRPr>
          </a:p>
          <a:p>
            <a:pPr algn="l"/>
            <a:r>
              <a:rPr lang="en-US" altLang="zh-CN" b="1"/>
              <a:t>RPLidar C1 Laser Radar</a:t>
            </a:r>
            <a:endParaRPr lang="en-US" altLang="zh-CN" b="1"/>
          </a:p>
          <a:p>
            <a:pPr algn="l"/>
            <a:r>
              <a:rPr lang="en-US" altLang="zh-CN"/>
              <a:t>Scan Rate: 10Hz</a:t>
            </a:r>
            <a:endParaRPr lang="en-US" altLang="zh-CN"/>
          </a:p>
          <a:p>
            <a:pPr algn="l"/>
            <a:r>
              <a:rPr lang="en-US" altLang="zh-CN"/>
              <a:t>Range: 0.1-3.5m</a:t>
            </a:r>
            <a:endParaRPr lang="en-US" altLang="zh-CN"/>
          </a:p>
          <a:p>
            <a:pPr algn="l"/>
            <a:r>
              <a:rPr lang="en-US" altLang="zh-CN"/>
              <a:t>Resolution: 360</a:t>
            </a:r>
            <a:r>
              <a:rPr lang="en-US" altLang="en-US"/>
              <a:t>°</a:t>
            </a:r>
            <a:r>
              <a:rPr lang="en-US" altLang="zh-CN"/>
              <a:t>/rotation</a:t>
            </a:r>
            <a:endParaRPr lang="en-US" altLang="zh-CN"/>
          </a:p>
          <a:p>
            <a:pPr algn="l"/>
            <a:r>
              <a:rPr lang="en-US" altLang="zh-CN"/>
              <a:t>Protocol: Custom Binary</a:t>
            </a:r>
            <a:endParaRPr lang="en-US" altLang="zh-CN"/>
          </a:p>
          <a:p>
            <a:pPr algn="l"/>
            <a:r>
              <a:rPr lang="en-US" altLang="zh-CN" b="1"/>
              <a:t>IM948 9-Axis IMU</a:t>
            </a:r>
            <a:endParaRPr lang="en-US" altLang="zh-CN" b="1"/>
          </a:p>
          <a:p>
            <a:pPr algn="l"/>
            <a:r>
              <a:rPr lang="en-US" altLang="zh-CN"/>
              <a:t>Update Rate: 250Hz</a:t>
            </a:r>
            <a:endParaRPr lang="en-US" altLang="zh-CN"/>
          </a:p>
          <a:p>
            <a:pPr algn="l"/>
            <a:r>
              <a:rPr lang="en-US" altLang="zh-CN"/>
              <a:t>Data Output: Euler Angles, Spatial Displacement, Quaternions</a:t>
            </a:r>
            <a:endParaRPr lang="en-US" altLang="zh-CN"/>
          </a:p>
          <a:p>
            <a:pPr algn="l"/>
            <a:r>
              <a:rPr lang="en-US" altLang="zh-CN"/>
              <a:t>Feature: Magnetometer Fusion</a:t>
            </a:r>
            <a:endParaRPr lang="en-US" altLang="zh-CN"/>
          </a:p>
          <a:p>
            <a:pPr algn="l"/>
            <a:r>
              <a:rPr lang="en-US" altLang="zh-CN" b="1"/>
              <a:t>Encoder System</a:t>
            </a:r>
            <a:endParaRPr lang="en-US" altLang="zh-CN" b="1"/>
          </a:p>
          <a:p>
            <a:pPr algn="l"/>
            <a:r>
              <a:rPr lang="en-US" altLang="zh-CN"/>
              <a:t>Independent Wheel Encoders</a:t>
            </a:r>
            <a:endParaRPr lang="en-US" altLang="zh-CN"/>
          </a:p>
          <a:p>
            <a:pPr algn="l"/>
            <a:r>
              <a:rPr lang="en-US" altLang="zh-CN"/>
              <a:t>390 Pulses/Revolution (13 lines </a:t>
            </a:r>
            <a:r>
              <a:rPr lang="en-US" altLang="en-US"/>
              <a:t>×</a:t>
            </a:r>
            <a:r>
              <a:rPr lang="en-US" altLang="zh-CN"/>
              <a:t> 30 ratio)</a:t>
            </a:r>
            <a:endParaRPr lang="en-US" altLang="zh-CN"/>
          </a:p>
          <a:p>
            <a:pPr algn="l"/>
            <a:r>
              <a:rPr lang="en-US" altLang="zh-CN"/>
              <a:t>Interrupt-driven Counting</a:t>
            </a:r>
            <a:endParaRPr lang="zh-CN" altLang="en-US"/>
          </a:p>
        </p:txBody>
      </p:sp>
      <p:sp>
        <p:nvSpPr>
          <p:cNvPr id="9" name="文本框 8"/>
          <p:cNvSpPr txBox="1"/>
          <p:nvPr userDrawn="1"/>
        </p:nvSpPr>
        <p:spPr>
          <a:xfrm>
            <a:off x="309812" y="4187528"/>
            <a:ext cx="5490845" cy="2245360"/>
          </a:xfrm>
          <a:prstGeom prst="rect">
            <a:avLst/>
          </a:prstGeom>
        </p:spPr>
        <p:txBody>
          <a:bodyPr wrap="none" rtlCol="0">
            <a:spAutoFit/>
          </a:bodyPr>
          <a:p>
            <a:pPr algn="l"/>
            <a:r>
              <a:rPr lang="en-US" altLang="zh-CN" sz="3200" b="1">
                <a:solidFill>
                  <a:schemeClr val="accent4"/>
                </a:solidFill>
              </a:rPr>
              <a:t>1.3 Communication System</a:t>
            </a:r>
            <a:endParaRPr lang="en-US" altLang="zh-CN" sz="3200" b="1">
              <a:solidFill>
                <a:schemeClr val="accent4"/>
              </a:solidFill>
            </a:endParaRPr>
          </a:p>
          <a:p>
            <a:pPr algn="l"/>
            <a:r>
              <a:rPr lang="en-US" altLang="zh-CN" b="1"/>
              <a:t>HC-04 Bluetooth</a:t>
            </a:r>
            <a:r>
              <a:rPr lang="en-US" altLang="zh-CN"/>
              <a:t>: 921600 Baud Rate</a:t>
            </a:r>
            <a:endParaRPr lang="en-US" altLang="zh-CN"/>
          </a:p>
          <a:p>
            <a:pPr algn="l"/>
            <a:r>
              <a:rPr lang="en-US" altLang="zh-CN" b="1"/>
              <a:t>Multi-UART Architecture</a:t>
            </a:r>
            <a:r>
              <a:rPr lang="en-US" altLang="zh-CN"/>
              <a:t>:</a:t>
            </a:r>
            <a:endParaRPr lang="en-US" altLang="zh-CN"/>
          </a:p>
          <a:p>
            <a:pPr algn="l"/>
            <a:endParaRPr lang="en-US" altLang="zh-CN"/>
          </a:p>
          <a:p>
            <a:pPr algn="l"/>
            <a:r>
              <a:rPr lang="en-US" altLang="zh-CN"/>
              <a:t>Bluetooth: Host Communication</a:t>
            </a:r>
            <a:endParaRPr lang="en-US" altLang="zh-CN"/>
          </a:p>
          <a:p>
            <a:pPr algn="l"/>
            <a:r>
              <a:rPr lang="en-US" altLang="zh-CN"/>
              <a:t>IMU: Sensor Data</a:t>
            </a:r>
            <a:endParaRPr lang="en-US" altLang="zh-CN"/>
          </a:p>
          <a:p>
            <a:pPr algn="l"/>
            <a:r>
              <a:rPr lang="en-US" altLang="zh-CN"/>
              <a:t>LiDAR: Scan Data</a:t>
            </a:r>
            <a:endParaRPr lang="en-US" altLang="zh-C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6" name="矩形 25"/>
          <p:cNvSpPr/>
          <p:nvPr/>
        </p:nvSpPr>
        <p:spPr>
          <a:xfrm>
            <a:off x="0" y="5058701"/>
            <a:ext cx="12192000" cy="17992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pic>
        <p:nvPicPr>
          <p:cNvPr id="3" name="图片 2"/>
          <p:cNvPicPr>
            <a:picLocks noChangeAspect="1"/>
          </p:cNvPicPr>
          <p:nvPr/>
        </p:nvPicPr>
        <p:blipFill rotWithShape="1">
          <a:blip r:embed="rId1">
            <a:duotone>
              <a:schemeClr val="accent1">
                <a:shade val="45000"/>
                <a:satMod val="135000"/>
              </a:schemeClr>
              <a:prstClr val="white"/>
            </a:duotone>
          </a:blip>
          <a:srcRect t="4253" b="15909"/>
          <a:stretch>
            <a:fillRect/>
          </a:stretch>
        </p:blipFill>
        <p:spPr>
          <a:xfrm>
            <a:off x="3316771" y="788306"/>
            <a:ext cx="8179904" cy="5270215"/>
          </a:xfrm>
          <a:custGeom>
            <a:avLst/>
            <a:gdLst>
              <a:gd name="connsiteX0" fmla="*/ 0 w 2894062"/>
              <a:gd name="connsiteY0" fmla="*/ 0 h 5275802"/>
              <a:gd name="connsiteX1" fmla="*/ 2894062 w 2894062"/>
              <a:gd name="connsiteY1" fmla="*/ 0 h 5275802"/>
              <a:gd name="connsiteX2" fmla="*/ 2894062 w 2894062"/>
              <a:gd name="connsiteY2" fmla="*/ 5275802 h 5275802"/>
              <a:gd name="connsiteX3" fmla="*/ 0 w 2894062"/>
              <a:gd name="connsiteY3" fmla="*/ 5275802 h 5275802"/>
            </a:gdLst>
            <a:ahLst/>
            <a:cxnLst>
              <a:cxn ang="0">
                <a:pos x="connsiteX0" y="connsiteY0"/>
              </a:cxn>
              <a:cxn ang="0">
                <a:pos x="connsiteX1" y="connsiteY1"/>
              </a:cxn>
              <a:cxn ang="0">
                <a:pos x="connsiteX2" y="connsiteY2"/>
              </a:cxn>
              <a:cxn ang="0">
                <a:pos x="connsiteX3" y="connsiteY3"/>
              </a:cxn>
            </a:cxnLst>
            <a:rect l="l" t="t" r="r" b="b"/>
            <a:pathLst>
              <a:path w="2894062" h="5275802">
                <a:moveTo>
                  <a:pt x="0" y="0"/>
                </a:moveTo>
                <a:lnTo>
                  <a:pt x="2894062" y="0"/>
                </a:lnTo>
                <a:lnTo>
                  <a:pt x="2894062" y="5275802"/>
                </a:lnTo>
                <a:lnTo>
                  <a:pt x="0" y="5275802"/>
                </a:lnTo>
                <a:close/>
              </a:path>
            </a:pathLst>
          </a:custGeom>
          <a:ln>
            <a:noFill/>
          </a:ln>
        </p:spPr>
      </p:pic>
      <p:sp>
        <p:nvSpPr>
          <p:cNvPr id="22" name="part"/>
          <p:cNvSpPr/>
          <p:nvPr/>
        </p:nvSpPr>
        <p:spPr>
          <a:xfrm>
            <a:off x="695325" y="785512"/>
            <a:ext cx="2428875" cy="5275802"/>
          </a:xfrm>
          <a:prstGeom prst="roundRect">
            <a:avLst>
              <a:gd name="adj" fmla="val 0"/>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41" name="page"/>
          <p:cNvSpPr txBox="1"/>
          <p:nvPr/>
        </p:nvSpPr>
        <p:spPr>
          <a:xfrm>
            <a:off x="11460667" y="6385673"/>
            <a:ext cx="99386" cy="215444"/>
          </a:xfrm>
          <a:prstGeom prst="rect">
            <a:avLst/>
          </a:prstGeom>
          <a:noFill/>
        </p:spPr>
        <p:txBody>
          <a:bodyPr vert="horz" wrap="none" lIns="0" tIns="0" rIns="0" bIns="0" rtlCol="0" anchor="ctr">
            <a:spAutoFit/>
          </a:bodyP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A48DBFAF-01A5-47DE-A33F-834723B47D4E}" type="slidenum">
              <a:rPr lang="ja-JP" altLang="en-US" sz="1400" b="1" smtClean="0">
                <a:solidFill>
                  <a:schemeClr val="bg1"/>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fld>
            <a:endParaRPr lang="ja-JP" altLang="en-US" sz="1400" b="1" dirty="0">
              <a:solidFill>
                <a:schemeClr val="bg1"/>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sp>
        <p:nvSpPr>
          <p:cNvPr id="6" name="part"/>
          <p:cNvSpPr/>
          <p:nvPr/>
        </p:nvSpPr>
        <p:spPr>
          <a:xfrm flipH="1">
            <a:off x="1366520" y="2532604"/>
            <a:ext cx="1086485" cy="17849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90000" rIns="0" bIns="90000" rtlCol="0" anchor="b" anchorCtr="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lnSpc>
                <a:spcPct val="90000"/>
              </a:lnSpc>
            </a:pPr>
            <a:r>
              <a:rPr kumimoji="1" lang="en-US" altLang="zh-CN" sz="4400" b="1" dirty="0">
                <a:solidFill>
                  <a:schemeClr val="tx1">
                    <a:lumMod val="85000"/>
                    <a:lumOff val="1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Part</a:t>
            </a:r>
            <a:endParaRPr kumimoji="1" lang="en-US" altLang="zh-CN" sz="4400" b="1" dirty="0">
              <a:solidFill>
                <a:schemeClr val="tx1">
                  <a:lumMod val="85000"/>
                  <a:lumOff val="1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a:p>
            <a:pPr algn="ctr">
              <a:lnSpc>
                <a:spcPct val="90000"/>
              </a:lnSpc>
            </a:pPr>
            <a:r>
              <a:rPr kumimoji="1" lang="en-US" altLang="zh-CN" sz="7200" b="1" dirty="0">
                <a:solidFill>
                  <a:schemeClr val="accent1"/>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02</a:t>
            </a:r>
            <a:endParaRPr kumimoji="1" lang="en-US" altLang="zh-CN" sz="7200" b="1" dirty="0">
              <a:solidFill>
                <a:schemeClr val="accent1"/>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sp>
        <p:nvSpPr>
          <p:cNvPr id="8" name="矩形 7"/>
          <p:cNvSpPr/>
          <p:nvPr/>
        </p:nvSpPr>
        <p:spPr>
          <a:xfrm>
            <a:off x="695325" y="748932"/>
            <a:ext cx="2428875" cy="72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2" name="文本框 1"/>
          <p:cNvSpPr txBox="1"/>
          <p:nvPr/>
        </p:nvSpPr>
        <p:spPr>
          <a:xfrm>
            <a:off x="3824113" y="3132653"/>
            <a:ext cx="6776444" cy="1925975"/>
          </a:xfrm>
          <a:prstGeom prst="rect">
            <a:avLst/>
          </a:prstGeom>
          <a:noFill/>
        </p:spPr>
        <p:txBody>
          <a:bodyPr wrap="square" rtlCol="0" anchor="t">
            <a:noAutofit/>
          </a:bodyPr>
          <a:p>
            <a:pPr algn="ctr"/>
            <a:r>
              <a:rPr lang="en-US" altLang="zh-CN" sz="4400" b="1"/>
              <a:t>Firmware Technical Details</a:t>
            </a:r>
            <a:endParaRPr lang="en-US" altLang="zh-CN" sz="4400" b="1"/>
          </a:p>
        </p:txBody>
      </p:sp>
    </p:spTree>
    <p:custDataLst>
      <p:tags r:id="rId2"/>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479424" y="380988"/>
            <a:ext cx="11233151" cy="415498"/>
          </a:xfrm>
        </p:spPr>
        <p:txBody>
          <a:bodyPr/>
          <a:p>
            <a:r>
              <a:rPr lang="en-US" altLang="zh-CN"/>
              <a:t>LiDAR Module (LidarModule.h)</a:t>
            </a:r>
            <a:br>
              <a:rPr lang="en-US" altLang="zh-CN"/>
            </a:br>
            <a:endParaRPr lang="en-US" altLang="zh-CN"/>
          </a:p>
        </p:txBody>
      </p:sp>
      <p:sp>
        <p:nvSpPr>
          <p:cNvPr id="3" name="文本框 2"/>
          <p:cNvSpPr txBox="1"/>
          <p:nvPr userDrawn="1"/>
        </p:nvSpPr>
        <p:spPr>
          <a:xfrm>
            <a:off x="909385" y="1112467"/>
            <a:ext cx="10019045" cy="5745575"/>
          </a:xfrm>
          <a:prstGeom prst="rect">
            <a:avLst/>
          </a:prstGeom>
        </p:spPr>
        <p:txBody>
          <a:bodyPr wrap="square" rtlCol="0">
            <a:noAutofit/>
          </a:bodyPr>
          <a:p>
            <a:pPr algn="l"/>
            <a:r>
              <a:rPr lang="en-US" altLang="zh-CN" sz="2800" b="1">
                <a:solidFill>
                  <a:schemeClr val="accent4"/>
                </a:solidFill>
              </a:rPr>
              <a:t>Core Functions</a:t>
            </a:r>
            <a:endParaRPr lang="en-US" altLang="zh-CN" sz="2800" b="1">
              <a:solidFill>
                <a:schemeClr val="accent4"/>
              </a:solidFill>
            </a:endParaRPr>
          </a:p>
          <a:p>
            <a:pPr algn="l"/>
            <a:r>
              <a:rPr lang="en-US" altLang="zh-CN" b="1"/>
              <a:t>Data Packet Parsing</a:t>
            </a:r>
            <a:r>
              <a:rPr lang="en-US" altLang="zh-CN"/>
              <a:t>: 5-byte RPLidar protocol parsing</a:t>
            </a:r>
            <a:endParaRPr lang="en-US" altLang="zh-CN"/>
          </a:p>
          <a:p>
            <a:pPr algn="l"/>
            <a:r>
              <a:rPr lang="en-US" altLang="zh-CN" b="1"/>
              <a:t>Quality Filtering</a:t>
            </a:r>
            <a:r>
              <a:rPr lang="en-US" altLang="zh-CN"/>
              <a:t>: Filter low-quality points (quality &lt; 5)</a:t>
            </a:r>
            <a:endParaRPr lang="en-US" altLang="zh-CN"/>
          </a:p>
          <a:p>
            <a:pPr algn="l"/>
            <a:r>
              <a:rPr lang="en-US" altLang="zh-CN" b="1"/>
              <a:t>Distance Correction</a:t>
            </a:r>
            <a:r>
              <a:rPr lang="en-US" altLang="zh-CN"/>
              <a:t>:</a:t>
            </a:r>
            <a:endParaRPr lang="en-US" altLang="zh-CN"/>
          </a:p>
          <a:p>
            <a:pPr algn="l"/>
            <a:r>
              <a:rPr lang="en-US" altLang="zh-CN"/>
              <a:t>Linear scaling factor: 0.79</a:t>
            </a:r>
            <a:endParaRPr lang="en-US" altLang="zh-CN"/>
          </a:p>
          <a:p>
            <a:pPr algn="l"/>
            <a:r>
              <a:rPr lang="en-US" altLang="zh-CN"/>
              <a:t>Non-linear close-range correction: Correct distortion within 0.5m</a:t>
            </a:r>
            <a:endParaRPr lang="en-US" altLang="zh-CN"/>
          </a:p>
          <a:p>
            <a:pPr algn="l"/>
            <a:r>
              <a:rPr lang="en-US" altLang="zh-CN" b="1"/>
              <a:t>Data Fusion</a:t>
            </a:r>
            <a:r>
              <a:rPr lang="en-US" altLang="zh-CN"/>
              <a:t>: LiDAR data and odometry data fusion transmission</a:t>
            </a:r>
            <a:endParaRPr lang="en-US" altLang="zh-CN"/>
          </a:p>
          <a:p>
            <a:pPr algn="l"/>
            <a:r>
              <a:rPr lang="en-US" altLang="zh-CN" sz="2800" b="1">
                <a:solidFill>
                  <a:schemeClr val="accent4"/>
                </a:solidFill>
              </a:rPr>
              <a:t>Technical Features</a:t>
            </a:r>
            <a:endParaRPr lang="en-US" altLang="zh-CN" b="1"/>
          </a:p>
          <a:p>
            <a:pPr algn="l"/>
            <a:r>
              <a:rPr lang="en-US" altLang="zh-CN">
                <a:solidFill>
                  <a:schemeClr val="tx1"/>
                </a:solidFill>
              </a:rPr>
              <a:t>// Data packet structure (18 bytes)</a:t>
            </a:r>
            <a:endParaRPr lang="en-US" altLang="zh-CN">
              <a:solidFill>
                <a:schemeClr val="tx1"/>
              </a:solidFill>
            </a:endParaRPr>
          </a:p>
          <a:p>
            <a:pPr algn="l"/>
            <a:r>
              <a:rPr lang="en-US" altLang="zh-CN">
                <a:solidFill>
                  <a:schemeClr val="tx1"/>
                </a:solidFill>
              </a:rPr>
              <a:t>struct BluetoothLidarPacket {    uint16_t header;        		// 0xAA55    uint32_t angle_deg_q8;  	// Angle × 256    uint16_t distance_mm;   	// Distance (mm)    uint8_t  quality;       		// Quality (0-63)    int16_t  odom_x_cm;     	// Odometry X (cm)    int16_t  odom_y_cm;     		// Odometry Y (cm)    int32_t  odom_theta_deg_q8; 	// Orientation × 256    uint8_t  checksum;      			// XOR checksum</a:t>
            </a:r>
            <a:endParaRPr lang="en-US" altLang="zh-CN">
              <a:solidFill>
                <a:schemeClr val="tx1"/>
              </a:solidFill>
            </a:endParaRPr>
          </a:p>
          <a:p>
            <a:pPr algn="l"/>
            <a:r>
              <a:rPr lang="en-US" altLang="zh-CN">
                <a:solidFill>
                  <a:schemeClr val="tx1"/>
                </a:solidFill>
              </a:rPr>
              <a:t>};</a:t>
            </a:r>
            <a:endParaRPr lang="en-US" altLang="zh-CN"/>
          </a:p>
        </p:txBody>
      </p:sp>
      <p:pic>
        <p:nvPicPr>
          <p:cNvPr id="5" name="图片 4" descr="post_object_image_1394385303"/>
          <p:cNvPicPr>
            <a:picLocks noChangeAspect="1"/>
          </p:cNvPicPr>
          <p:nvPr/>
        </p:nvPicPr>
        <p:blipFill>
          <a:blip r:embed="rId1"/>
          <a:stretch>
            <a:fillRect/>
          </a:stretch>
        </p:blipFill>
        <p:spPr>
          <a:xfrm>
            <a:off x="5913358" y="3429184"/>
            <a:ext cx="6006811" cy="202116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479424" y="165838"/>
            <a:ext cx="11233151" cy="415290"/>
          </a:xfrm>
        </p:spPr>
        <p:txBody>
          <a:bodyPr/>
          <a:p>
            <a:r>
              <a:rPr lang="en-US" altLang="zh-CN"/>
              <a:t>Motor Control Module (MotorControl.h)</a:t>
            </a:r>
            <a:endParaRPr lang="en-US" altLang="zh-CN"/>
          </a:p>
        </p:txBody>
      </p:sp>
      <p:sp>
        <p:nvSpPr>
          <p:cNvPr id="3" name="文本框 2"/>
          <p:cNvSpPr txBox="1"/>
          <p:nvPr userDrawn="1"/>
        </p:nvSpPr>
        <p:spPr>
          <a:xfrm>
            <a:off x="786383" y="1020215"/>
            <a:ext cx="5472641" cy="4648318"/>
          </a:xfrm>
          <a:prstGeom prst="rect">
            <a:avLst/>
          </a:prstGeom>
        </p:spPr>
        <p:txBody>
          <a:bodyPr wrap="square" rtlCol="0">
            <a:noAutofit/>
          </a:bodyPr>
          <a:p>
            <a:r>
              <a:rPr lang="en-US" altLang="zh-CN" sz="3600" b="1">
                <a:solidFill>
                  <a:schemeClr val="accent4"/>
                </a:solidFill>
              </a:rPr>
              <a:t>PID Control System</a:t>
            </a:r>
            <a:endParaRPr lang="en-US" altLang="zh-CN" sz="3600" b="1">
              <a:solidFill>
                <a:schemeClr val="accent4"/>
              </a:solidFill>
            </a:endParaRPr>
          </a:p>
          <a:p>
            <a:r>
              <a:rPr lang="en-US" altLang="zh-CN" sz="2400" b="1"/>
              <a:t>Three</a:t>
            </a:r>
            <a:r>
              <a:rPr lang="zh-CN" altLang="en-US" sz="2400" b="1"/>
              <a:t>-</a:t>
            </a:r>
            <a:r>
              <a:rPr lang="en-US" altLang="zh-CN" sz="2400" b="1"/>
              <a:t>Layer PID Architecture</a:t>
            </a:r>
            <a:endParaRPr lang="en-US" altLang="zh-CN" sz="2400" b="1"/>
          </a:p>
          <a:p>
            <a:r>
              <a:rPr lang="en-US" altLang="zh-CN"/>
              <a:t>Heading Loop: Angle Error → Target Speed Difference</a:t>
            </a:r>
            <a:endParaRPr lang="en-US" altLang="zh-CN"/>
          </a:p>
          <a:p>
            <a:r>
              <a:rPr lang="en-US" altLang="zh-CN"/>
              <a:t>Speed Difference Loop: Speed Difference → Duty Cycle DifferenceSteering Loop: Angle Error → Duty Cycle</a:t>
            </a:r>
            <a:endParaRPr lang="en-US" altLang="zh-CN"/>
          </a:p>
          <a:p>
            <a:r>
              <a:rPr lang="en-US" altLang="zh-CN" sz="2400" b="1"/>
              <a:t>PID Parameters</a:t>
            </a:r>
            <a:endParaRPr lang="en-US" altLang="zh-CN" sz="2400" b="1"/>
          </a:p>
          <a:p>
            <a:r>
              <a:rPr lang="en-US" altLang="zh-CN"/>
              <a:t>cpp</a:t>
            </a:r>
            <a:endParaRPr lang="en-US" altLang="zh-CN"/>
          </a:p>
          <a:p>
            <a:r>
              <a:rPr lang="en-US" altLang="zh-CN"/>
              <a:t>// Heading Loop</a:t>
            </a:r>
            <a:endParaRPr lang="en-US" altLang="zh-CN"/>
          </a:p>
          <a:p>
            <a:r>
              <a:rPr lang="zh-CN" altLang="en-US"/>
              <a:t>#</a:t>
            </a:r>
            <a:r>
              <a:rPr lang="en-US" altLang="zh-CN"/>
              <a:t>define KH_P 2.0, KH_I 0.0, KH_D 0.1</a:t>
            </a:r>
            <a:endParaRPr lang="en-US" altLang="zh-CN"/>
          </a:p>
          <a:p>
            <a:r>
              <a:rPr lang="en-US" altLang="zh-CN"/>
              <a:t>// Speed Difference Loop  </a:t>
            </a:r>
            <a:endParaRPr lang="en-US" altLang="zh-CN"/>
          </a:p>
          <a:p>
            <a:r>
              <a:rPr lang="zh-CN" altLang="en-US"/>
              <a:t>#</a:t>
            </a:r>
            <a:r>
              <a:rPr lang="en-US" altLang="zh-CN"/>
              <a:t>define KV_P 3.0, KV_I 0.0, KV_D 0.1</a:t>
            </a:r>
            <a:endParaRPr lang="en-US" altLang="zh-CN"/>
          </a:p>
          <a:p>
            <a:r>
              <a:rPr lang="en-US" altLang="zh-CN"/>
              <a:t>// Steering Loop</a:t>
            </a:r>
            <a:endParaRPr lang="en-US" altLang="zh-CN"/>
          </a:p>
          <a:p>
            <a:r>
              <a:rPr lang="zh-CN" altLang="en-US"/>
              <a:t>#</a:t>
            </a:r>
            <a:r>
              <a:rPr lang="en-US" altLang="zh-CN"/>
              <a:t>define KT_P 0.4, KT_I 0.0, KT_D 10.0</a:t>
            </a:r>
            <a:endParaRPr lang="en-US" altLang="zh-CN"/>
          </a:p>
          <a:p>
            <a:endParaRPr lang="zh-CN" altLang="en-US"/>
          </a:p>
        </p:txBody>
      </p:sp>
      <p:sp>
        <p:nvSpPr>
          <p:cNvPr id="4" name="文本框 3"/>
          <p:cNvSpPr txBox="1"/>
          <p:nvPr userDrawn="1"/>
        </p:nvSpPr>
        <p:spPr>
          <a:xfrm>
            <a:off x="6363902" y="1020176"/>
            <a:ext cx="5453380" cy="2768600"/>
          </a:xfrm>
          <a:prstGeom prst="rect">
            <a:avLst/>
          </a:prstGeom>
        </p:spPr>
        <p:txBody>
          <a:bodyPr wrap="none" rtlCol="0">
            <a:spAutoFit/>
          </a:bodyPr>
          <a:p>
            <a:pPr algn="l"/>
            <a:r>
              <a:rPr lang="en-US" altLang="zh-CN" sz="2400" b="1"/>
              <a:t>Motion Control Modes</a:t>
            </a:r>
            <a:endParaRPr lang="en-US" altLang="zh-CN" sz="2400" b="1"/>
          </a:p>
          <a:p>
            <a:pPr algn="l"/>
            <a:r>
              <a:rPr lang="en-US" altLang="zh-CN"/>
              <a:t>Control Strategies</a:t>
            </a:r>
            <a:endParaRPr lang="en-US" altLang="zh-CN"/>
          </a:p>
          <a:p>
            <a:pPr algn="l"/>
            <a:r>
              <a:rPr lang="en-US" altLang="zh-CN"/>
              <a:t>Open-Loop Control: Basic direction control</a:t>
            </a:r>
            <a:endParaRPr lang="en-US" altLang="zh-CN"/>
          </a:p>
          <a:p>
            <a:pPr algn="l"/>
            <a:r>
              <a:rPr lang="en-US" altLang="zh-CN"/>
              <a:t>Closed-Loop Control: Precise distance/angle control</a:t>
            </a:r>
            <a:endParaRPr lang="en-US" altLang="zh-CN"/>
          </a:p>
          <a:p>
            <a:pPr algn="l"/>
            <a:endParaRPr lang="en-US" altLang="zh-CN"/>
          </a:p>
          <a:p>
            <a:pPr algn="l"/>
            <a:r>
              <a:rPr lang="en-US" altLang="zh-CN" sz="2400" b="1"/>
              <a:t>Precision Commands</a:t>
            </a:r>
            <a:endParaRPr lang="en-US" altLang="zh-CN" sz="2400" b="1"/>
          </a:p>
          <a:p>
            <a:pPr algn="l"/>
            <a:r>
              <a:rPr lang="en-US" altLang="zh-CN"/>
              <a:t>F50: Forward 50cm</a:t>
            </a:r>
            <a:endParaRPr lang="en-US" altLang="zh-CN"/>
          </a:p>
          <a:p>
            <a:pPr algn="l"/>
            <a:r>
              <a:rPr lang="en-US" altLang="zh-CN"/>
              <a:t>L90: Turn left 90</a:t>
            </a:r>
            <a:r>
              <a:rPr lang="en-US" altLang="en-US"/>
              <a:t>°</a:t>
            </a:r>
            <a:endParaRPr lang="en-US" altLang="en-US"/>
          </a:p>
          <a:p>
            <a:pPr algn="l"/>
            <a:r>
              <a:rPr lang="en-US" altLang="zh-CN"/>
              <a:t>R45: Turn right 45</a:t>
            </a:r>
            <a:r>
              <a:rPr lang="en-US" altLang="en-US"/>
              <a:t>°</a:t>
            </a:r>
            <a:endParaRPr lang="zh-CN" altLang="en-US"/>
          </a:p>
        </p:txBody>
      </p:sp>
      <p:pic>
        <p:nvPicPr>
          <p:cNvPr id="5" name="图片 4" descr="post_object_image_2102633492"/>
          <p:cNvPicPr>
            <a:picLocks noChangeAspect="1"/>
          </p:cNvPicPr>
          <p:nvPr/>
        </p:nvPicPr>
        <p:blipFill>
          <a:blip r:embed="rId1"/>
          <a:stretch>
            <a:fillRect/>
          </a:stretch>
        </p:blipFill>
        <p:spPr>
          <a:xfrm>
            <a:off x="870345" y="3505511"/>
            <a:ext cx="3791308" cy="294938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479424" y="165838"/>
            <a:ext cx="11233151" cy="415290"/>
          </a:xfrm>
        </p:spPr>
        <p:txBody>
          <a:bodyPr/>
          <a:p>
            <a:r>
              <a:rPr lang="en-US" altLang="zh-CN"/>
              <a:t>Encoder Odometry Module (EncoderModule.h)</a:t>
            </a:r>
            <a:endParaRPr lang="en-US" altLang="zh-CN"/>
          </a:p>
        </p:txBody>
      </p:sp>
      <p:sp>
        <p:nvSpPr>
          <p:cNvPr id="3" name="文本框 2"/>
          <p:cNvSpPr txBox="1"/>
          <p:nvPr userDrawn="1"/>
        </p:nvSpPr>
        <p:spPr>
          <a:xfrm>
            <a:off x="1303416" y="747793"/>
            <a:ext cx="8775700" cy="5877560"/>
          </a:xfrm>
          <a:prstGeom prst="rect">
            <a:avLst/>
          </a:prstGeom>
        </p:spPr>
        <p:txBody>
          <a:bodyPr wrap="none" rtlCol="0">
            <a:spAutoFit/>
          </a:bodyPr>
          <a:p>
            <a:pPr algn="l"/>
            <a:r>
              <a:rPr lang="en-US" altLang="zh-CN" sz="2800" b="1">
                <a:solidFill>
                  <a:schemeClr val="accent4"/>
                </a:solidFill>
              </a:rPr>
              <a:t>Differential Wheel Odometry Algorithm</a:t>
            </a:r>
            <a:endParaRPr lang="en-US" altLang="zh-CN" sz="2800" b="1">
              <a:solidFill>
                <a:schemeClr val="accent4"/>
              </a:solidFill>
            </a:endParaRPr>
          </a:p>
          <a:p>
            <a:pPr algn="l"/>
            <a:r>
              <a:rPr lang="en-US" altLang="zh-CN" sz="2800" b="1"/>
              <a:t>Physical Parameters</a:t>
            </a:r>
            <a:endParaRPr lang="en-US" altLang="zh-CN" sz="2800" b="1"/>
          </a:p>
          <a:p>
            <a:pPr algn="l"/>
            <a:r>
              <a:rPr lang="en-US" altLang="zh-CN"/>
              <a:t>cpp</a:t>
            </a:r>
            <a:endParaRPr lang="en-US" altLang="zh-CN"/>
          </a:p>
          <a:p>
            <a:pPr algn="l"/>
            <a:r>
              <a:rPr lang="en-US" altLang="zh-CN"/>
              <a:t>#define WHEEL_DIAMETER 0.065   // Wheel diameter 65mm</a:t>
            </a:r>
            <a:endParaRPr lang="en-US" altLang="zh-CN"/>
          </a:p>
          <a:p>
            <a:pPr algn="l"/>
            <a:r>
              <a:rPr lang="en-US" altLang="zh-CN"/>
              <a:t>#define WHEEL_BASE 0.100       // Wheel base 100mm</a:t>
            </a:r>
            <a:endParaRPr lang="en-US" altLang="zh-CN"/>
          </a:p>
          <a:p>
            <a:pPr algn="l"/>
            <a:r>
              <a:rPr lang="en-US" altLang="zh-CN"/>
              <a:t>#define TICKS_PER_REV 390      // Pulses per revolution</a:t>
            </a:r>
            <a:endParaRPr lang="en-US" altLang="zh-CN"/>
          </a:p>
          <a:p>
            <a:pPr algn="l"/>
            <a:r>
              <a:rPr lang="en-US" altLang="zh-CN"/>
              <a:t>#define ENCODER_SCALE_FACTOR 0.534  // Accuracy correction factor</a:t>
            </a:r>
            <a:endParaRPr lang="en-US" altLang="zh-CN"/>
          </a:p>
          <a:p>
            <a:pPr algn="l"/>
            <a:endParaRPr lang="en-US" altLang="zh-CN" sz="2800" b="1">
              <a:solidFill>
                <a:schemeClr val="accent4"/>
              </a:solidFill>
            </a:endParaRPr>
          </a:p>
          <a:p>
            <a:pPr algn="l"/>
            <a:endParaRPr lang="en-US" altLang="zh-CN" sz="2800" b="1">
              <a:solidFill>
                <a:schemeClr val="accent4"/>
              </a:solidFill>
            </a:endParaRPr>
          </a:p>
          <a:p>
            <a:pPr algn="l"/>
            <a:endParaRPr lang="en-US" altLang="zh-CN" sz="2800" b="1">
              <a:solidFill>
                <a:schemeClr val="accent4"/>
              </a:solidFill>
            </a:endParaRPr>
          </a:p>
          <a:p>
            <a:pPr algn="l"/>
            <a:endParaRPr lang="en-US" altLang="zh-CN" sz="2800" b="1">
              <a:solidFill>
                <a:schemeClr val="accent4"/>
              </a:solidFill>
            </a:endParaRPr>
          </a:p>
          <a:p>
            <a:pPr algn="l"/>
            <a:r>
              <a:rPr lang="en-US" altLang="zh-CN" sz="2800" b="1">
                <a:solidFill>
                  <a:schemeClr val="accent4"/>
                </a:solidFill>
              </a:rPr>
              <a:t>Calculation Principle</a:t>
            </a:r>
            <a:endParaRPr lang="en-US" altLang="zh-CN" sz="2800" b="1">
              <a:solidFill>
                <a:schemeClr val="accent4"/>
              </a:solidFill>
            </a:endParaRPr>
          </a:p>
          <a:p>
            <a:pPr algn="l"/>
            <a:r>
              <a:rPr lang="en-US" altLang="zh-CN" b="1"/>
              <a:t>4-Step Processing Pipeline</a:t>
            </a:r>
            <a:endParaRPr lang="en-US" altLang="zh-CN" b="1"/>
          </a:p>
          <a:p>
            <a:pPr algn="l"/>
            <a:r>
              <a:rPr lang="en-US" altLang="zh-CN"/>
              <a:t>Read Encoder Increments - Capture pulse counts from both wheels</a:t>
            </a:r>
            <a:endParaRPr lang="en-US" altLang="zh-CN"/>
          </a:p>
          <a:p>
            <a:pPr algn="l"/>
            <a:r>
              <a:rPr lang="en-US" altLang="zh-CN"/>
              <a:t>Convert to Linear Distance - Transform pulses to actual wheel movement</a:t>
            </a:r>
            <a:endParaRPr lang="en-US" altLang="zh-CN"/>
          </a:p>
          <a:p>
            <a:pPr algn="l"/>
            <a:r>
              <a:rPr lang="en-US" altLang="zh-CN"/>
              <a:t>Differential Calculation - Compute robot center movement using differential drive kinematics</a:t>
            </a:r>
            <a:endParaRPr lang="en-US" altLang="zh-CN"/>
          </a:p>
          <a:p>
            <a:pPr algn="l"/>
            <a:r>
              <a:rPr lang="en-US" altLang="zh-CN"/>
              <a:t>World Coordinate Update - Combine with IMU orientation for global position tracking</a:t>
            </a:r>
            <a:endParaRPr lang="en-US" altLang="zh-CN"/>
          </a:p>
        </p:txBody>
      </p:sp>
      <p:pic>
        <p:nvPicPr>
          <p:cNvPr id="4" name="图片 3" descr="post_object_image_3134902764"/>
          <p:cNvPicPr>
            <a:picLocks noChangeAspect="1"/>
          </p:cNvPicPr>
          <p:nvPr/>
        </p:nvPicPr>
        <p:blipFill>
          <a:blip r:embed="rId1"/>
          <a:stretch>
            <a:fillRect/>
          </a:stretch>
        </p:blipFill>
        <p:spPr>
          <a:xfrm>
            <a:off x="1303406" y="3041178"/>
            <a:ext cx="6371781" cy="1656763"/>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479424" y="165838"/>
            <a:ext cx="11233151" cy="415290"/>
          </a:xfrm>
        </p:spPr>
        <p:txBody>
          <a:bodyPr/>
          <a:p>
            <a:r>
              <a:rPr lang="en-US" altLang="zh-CN"/>
              <a:t>IMU Data Processing (im948_CMD.h)</a:t>
            </a:r>
            <a:endParaRPr lang="en-US" altLang="zh-CN"/>
          </a:p>
        </p:txBody>
      </p:sp>
      <p:sp>
        <p:nvSpPr>
          <p:cNvPr id="3" name="文本框 2"/>
          <p:cNvSpPr txBox="1"/>
          <p:nvPr userDrawn="1"/>
        </p:nvSpPr>
        <p:spPr>
          <a:xfrm>
            <a:off x="1032387" y="1450724"/>
            <a:ext cx="6596380" cy="3569335"/>
          </a:xfrm>
          <a:prstGeom prst="rect">
            <a:avLst/>
          </a:prstGeom>
        </p:spPr>
        <p:txBody>
          <a:bodyPr wrap="none" rtlCol="0">
            <a:spAutoFit/>
          </a:bodyPr>
          <a:p>
            <a:pPr algn="l"/>
            <a:r>
              <a:rPr lang="en-US" altLang="zh-CN" sz="3200" b="1">
                <a:solidFill>
                  <a:schemeClr val="accent4"/>
                </a:solidFill>
              </a:rPr>
              <a:t>Data Fusion Strategy</a:t>
            </a:r>
            <a:endParaRPr lang="en-US" altLang="zh-CN" sz="3200" b="1">
              <a:solidFill>
                <a:schemeClr val="accent4"/>
              </a:solidFill>
            </a:endParaRPr>
          </a:p>
          <a:p>
            <a:pPr algn="l"/>
            <a:r>
              <a:rPr lang="en-US" altLang="zh-CN" sz="2000" b="1"/>
              <a:t>Multi-Sensor Integration</a:t>
            </a:r>
            <a:endParaRPr lang="en-US" altLang="zh-CN" sz="2000" b="1"/>
          </a:p>
          <a:p>
            <a:pPr algn="l"/>
            <a:r>
              <a:rPr lang="en-US" altLang="zh-CN"/>
              <a:t>Encoder Odometry: High-precision short-distance displacement</a:t>
            </a:r>
            <a:endParaRPr lang="en-US" altLang="zh-CN"/>
          </a:p>
          <a:p>
            <a:pPr algn="l"/>
            <a:r>
              <a:rPr lang="en-US" altLang="zh-CN"/>
              <a:t>IMU Orientation: Accurate angle information</a:t>
            </a:r>
            <a:endParaRPr lang="en-US" altLang="zh-CN"/>
          </a:p>
          <a:p>
            <a:pPr algn="l"/>
            <a:r>
              <a:rPr lang="en-US" altLang="zh-CN"/>
              <a:t>Timestamp Synchronization: 100-data point circular buffer</a:t>
            </a:r>
            <a:endParaRPr lang="en-US" altLang="zh-CN"/>
          </a:p>
          <a:p>
            <a:pPr algn="l"/>
            <a:endParaRPr lang="en-US" altLang="zh-CN"/>
          </a:p>
          <a:p>
            <a:pPr algn="l"/>
            <a:r>
              <a:rPr lang="en-US" altLang="zh-CN" sz="2800" b="1">
                <a:solidFill>
                  <a:schemeClr val="accent4"/>
                </a:solidFill>
              </a:rPr>
              <a:t>Independent Odom Transmission</a:t>
            </a:r>
            <a:endParaRPr lang="en-US" altLang="zh-CN" sz="2800" b="1">
              <a:solidFill>
                <a:schemeClr val="accent4"/>
              </a:solidFill>
            </a:endParaRPr>
          </a:p>
          <a:p>
            <a:pPr algn="l"/>
            <a:r>
              <a:rPr lang="en-US" altLang="zh-CN" sz="2000" b="1"/>
              <a:t>High-Performance Data Stream</a:t>
            </a:r>
            <a:endParaRPr lang="en-US" altLang="zh-CN" sz="2000" b="1"/>
          </a:p>
          <a:p>
            <a:pPr algn="l"/>
            <a:r>
              <a:rPr lang="en-US" altLang="zh-CN"/>
              <a:t>11-byte Independent Packet (0xBB55 header)</a:t>
            </a:r>
            <a:endParaRPr lang="en-US" altLang="zh-CN"/>
          </a:p>
          <a:p>
            <a:pPr algn="l"/>
            <a:r>
              <a:rPr lang="en-US" altLang="zh-CN"/>
              <a:t>250Hz High-Frequency Update</a:t>
            </a:r>
            <a:endParaRPr lang="en-US" altLang="zh-CN"/>
          </a:p>
          <a:p>
            <a:pPr algn="l"/>
            <a:r>
              <a:rPr lang="en-US" altLang="zh-CN"/>
              <a:t>Zero-Delay Pose Transmission</a:t>
            </a:r>
            <a:endParaRPr lang="en-US" altLang="zh-CN"/>
          </a:p>
        </p:txBody>
      </p:sp>
      <p:sp>
        <p:nvSpPr>
          <p:cNvPr id="4" name="文本框 3"/>
          <p:cNvSpPr txBox="1"/>
          <p:nvPr userDrawn="1"/>
        </p:nvSpPr>
        <p:spPr>
          <a:xfrm>
            <a:off x="571128" y="1712104"/>
            <a:ext cx="309880" cy="368300"/>
          </a:xfrm>
          <a:prstGeom prst="rect">
            <a:avLst/>
          </a:prstGeom>
        </p:spPr>
        <p:txBody>
          <a:bodyPr wrap="none" rtlCol="0">
            <a:spAutoFit/>
          </a:bodyPr>
          <a:p>
            <a:pPr algn="l"/>
            <a:endParaRPr lang="zh-CN" altLang="en-US"/>
          </a:p>
        </p:txBody>
      </p:sp>
      <p:pic>
        <p:nvPicPr>
          <p:cNvPr id="5" name="图片 4" descr="post_object_image_2894061836"/>
          <p:cNvPicPr>
            <a:picLocks noChangeAspect="1"/>
          </p:cNvPicPr>
          <p:nvPr/>
        </p:nvPicPr>
        <p:blipFill>
          <a:blip r:embed="rId1"/>
          <a:stretch>
            <a:fillRect/>
          </a:stretch>
        </p:blipFill>
        <p:spPr>
          <a:xfrm>
            <a:off x="251402" y="1330317"/>
            <a:ext cx="781050" cy="876300"/>
          </a:xfrm>
          <a:prstGeom prst="rect">
            <a:avLst/>
          </a:prstGeom>
        </p:spPr>
      </p:pic>
      <p:pic>
        <p:nvPicPr>
          <p:cNvPr id="8" name="图片 7" descr="post_object_image_2617850244"/>
          <p:cNvPicPr>
            <a:picLocks noChangeAspect="1"/>
          </p:cNvPicPr>
          <p:nvPr/>
        </p:nvPicPr>
        <p:blipFill>
          <a:blip r:embed="rId1"/>
          <a:stretch>
            <a:fillRect/>
          </a:stretch>
        </p:blipFill>
        <p:spPr>
          <a:xfrm>
            <a:off x="251386" y="3344390"/>
            <a:ext cx="781050" cy="8763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6" name="矩形 25"/>
          <p:cNvSpPr/>
          <p:nvPr/>
        </p:nvSpPr>
        <p:spPr>
          <a:xfrm>
            <a:off x="0" y="5058701"/>
            <a:ext cx="12192000" cy="17992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pic>
        <p:nvPicPr>
          <p:cNvPr id="3" name="图片 2"/>
          <p:cNvPicPr>
            <a:picLocks noChangeAspect="1"/>
          </p:cNvPicPr>
          <p:nvPr/>
        </p:nvPicPr>
        <p:blipFill rotWithShape="1">
          <a:blip r:embed="rId1">
            <a:duotone>
              <a:schemeClr val="accent1">
                <a:shade val="45000"/>
                <a:satMod val="135000"/>
              </a:schemeClr>
              <a:prstClr val="white"/>
            </a:duotone>
          </a:blip>
          <a:srcRect t="4253" b="15909"/>
          <a:stretch>
            <a:fillRect/>
          </a:stretch>
        </p:blipFill>
        <p:spPr>
          <a:xfrm>
            <a:off x="3316771" y="788306"/>
            <a:ext cx="8179904" cy="5270215"/>
          </a:xfrm>
          <a:custGeom>
            <a:avLst/>
            <a:gdLst>
              <a:gd name="connsiteX0" fmla="*/ 0 w 2894062"/>
              <a:gd name="connsiteY0" fmla="*/ 0 h 5275802"/>
              <a:gd name="connsiteX1" fmla="*/ 2894062 w 2894062"/>
              <a:gd name="connsiteY1" fmla="*/ 0 h 5275802"/>
              <a:gd name="connsiteX2" fmla="*/ 2894062 w 2894062"/>
              <a:gd name="connsiteY2" fmla="*/ 5275802 h 5275802"/>
              <a:gd name="connsiteX3" fmla="*/ 0 w 2894062"/>
              <a:gd name="connsiteY3" fmla="*/ 5275802 h 5275802"/>
            </a:gdLst>
            <a:ahLst/>
            <a:cxnLst>
              <a:cxn ang="0">
                <a:pos x="connsiteX0" y="connsiteY0"/>
              </a:cxn>
              <a:cxn ang="0">
                <a:pos x="connsiteX1" y="connsiteY1"/>
              </a:cxn>
              <a:cxn ang="0">
                <a:pos x="connsiteX2" y="connsiteY2"/>
              </a:cxn>
              <a:cxn ang="0">
                <a:pos x="connsiteX3" y="connsiteY3"/>
              </a:cxn>
            </a:cxnLst>
            <a:rect l="l" t="t" r="r" b="b"/>
            <a:pathLst>
              <a:path w="2894062" h="5275802">
                <a:moveTo>
                  <a:pt x="0" y="0"/>
                </a:moveTo>
                <a:lnTo>
                  <a:pt x="2894062" y="0"/>
                </a:lnTo>
                <a:lnTo>
                  <a:pt x="2894062" y="5275802"/>
                </a:lnTo>
                <a:lnTo>
                  <a:pt x="0" y="5275802"/>
                </a:lnTo>
                <a:close/>
              </a:path>
            </a:pathLst>
          </a:custGeom>
          <a:ln>
            <a:noFill/>
          </a:ln>
        </p:spPr>
      </p:pic>
      <p:sp>
        <p:nvSpPr>
          <p:cNvPr id="22" name="part"/>
          <p:cNvSpPr/>
          <p:nvPr/>
        </p:nvSpPr>
        <p:spPr>
          <a:xfrm>
            <a:off x="695325" y="785512"/>
            <a:ext cx="2428875" cy="5275802"/>
          </a:xfrm>
          <a:prstGeom prst="roundRect">
            <a:avLst>
              <a:gd name="adj" fmla="val 0"/>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41" name="page"/>
          <p:cNvSpPr txBox="1"/>
          <p:nvPr/>
        </p:nvSpPr>
        <p:spPr>
          <a:xfrm>
            <a:off x="11460667" y="6385673"/>
            <a:ext cx="99386" cy="215444"/>
          </a:xfrm>
          <a:prstGeom prst="rect">
            <a:avLst/>
          </a:prstGeom>
          <a:noFill/>
        </p:spPr>
        <p:txBody>
          <a:bodyPr vert="horz" wrap="none" lIns="0" tIns="0" rIns="0" bIns="0" rtlCol="0" anchor="ctr">
            <a:spAutoFit/>
          </a:bodyP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A48DBFAF-01A5-47DE-A33F-834723B47D4E}" type="slidenum">
              <a:rPr lang="ja-JP" altLang="en-US" sz="1400" b="1" smtClean="0">
                <a:solidFill>
                  <a:schemeClr val="bg1"/>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fld>
            <a:endParaRPr lang="ja-JP" altLang="en-US" sz="1400" b="1" dirty="0">
              <a:solidFill>
                <a:schemeClr val="bg1"/>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sp>
        <p:nvSpPr>
          <p:cNvPr id="6" name="part"/>
          <p:cNvSpPr/>
          <p:nvPr/>
        </p:nvSpPr>
        <p:spPr>
          <a:xfrm flipH="1">
            <a:off x="1366520" y="2532604"/>
            <a:ext cx="1086485" cy="17849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90000" rIns="0" bIns="90000" rtlCol="0" anchor="b" anchorCtr="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lnSpc>
                <a:spcPct val="90000"/>
              </a:lnSpc>
            </a:pPr>
            <a:r>
              <a:rPr kumimoji="1" lang="en-US" altLang="zh-CN" sz="4400" b="1" dirty="0">
                <a:solidFill>
                  <a:schemeClr val="tx1">
                    <a:lumMod val="85000"/>
                    <a:lumOff val="1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Part</a:t>
            </a:r>
            <a:endParaRPr kumimoji="1" lang="en-US" altLang="zh-CN" sz="4400" b="1" dirty="0">
              <a:solidFill>
                <a:schemeClr val="tx1">
                  <a:lumMod val="85000"/>
                  <a:lumOff val="1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a:p>
            <a:pPr algn="ctr">
              <a:lnSpc>
                <a:spcPct val="90000"/>
              </a:lnSpc>
            </a:pPr>
            <a:r>
              <a:rPr kumimoji="1" lang="en-US" altLang="zh-CN" sz="7200" b="1" dirty="0">
                <a:solidFill>
                  <a:schemeClr val="accent1"/>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03</a:t>
            </a:r>
            <a:endParaRPr kumimoji="1" lang="en-US" altLang="zh-CN" sz="7200" b="1" dirty="0">
              <a:solidFill>
                <a:schemeClr val="accent1"/>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sp>
        <p:nvSpPr>
          <p:cNvPr id="8" name="矩形 7"/>
          <p:cNvSpPr/>
          <p:nvPr/>
        </p:nvSpPr>
        <p:spPr>
          <a:xfrm>
            <a:off x="695325" y="748932"/>
            <a:ext cx="2428875" cy="72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2" name="文本框 1"/>
          <p:cNvSpPr txBox="1"/>
          <p:nvPr/>
        </p:nvSpPr>
        <p:spPr>
          <a:xfrm>
            <a:off x="3900990" y="2553901"/>
            <a:ext cx="6776444" cy="1925975"/>
          </a:xfrm>
          <a:prstGeom prst="rect">
            <a:avLst/>
          </a:prstGeom>
          <a:noFill/>
        </p:spPr>
        <p:txBody>
          <a:bodyPr wrap="square" rtlCol="0" anchor="t">
            <a:noAutofit/>
          </a:bodyPr>
          <a:p>
            <a:r>
              <a:rPr lang="en-US" altLang="zh-CN" sz="4400" b="1"/>
              <a:t>Upper-Lower Computer Collaboration Architecture</a:t>
            </a:r>
            <a:endParaRPr lang="en-US" altLang="zh-CN" sz="4400" b="1"/>
          </a:p>
        </p:txBody>
      </p:sp>
    </p:spTree>
    <p:custDataLst>
      <p:tags r:id="rId2"/>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479424" y="165838"/>
            <a:ext cx="11233151" cy="415290"/>
          </a:xfrm>
        </p:spPr>
        <p:txBody>
          <a:bodyPr/>
          <a:lstStyle/>
          <a:p>
            <a:r>
              <a:rPr lang="en-US" altLang="zh-CN"/>
              <a:t>Role Split: STM32 vs Python</a:t>
            </a:r>
            <a:endParaRPr lang="en-US" altLang="zh-CN"/>
          </a:p>
        </p:txBody>
      </p:sp>
      <p:sp>
        <p:nvSpPr>
          <p:cNvPr id="11" name="文本框 10"/>
          <p:cNvSpPr txBox="1"/>
          <p:nvPr userDrawn="1"/>
        </p:nvSpPr>
        <p:spPr>
          <a:xfrm>
            <a:off x="1127496" y="2140855"/>
            <a:ext cx="4005149" cy="578663"/>
          </a:xfrm>
          <a:prstGeom prst="rect">
            <a:avLst/>
          </a:prstGeom>
        </p:spPr>
        <p:txBody>
          <a:bodyPr wrap="square" rtlCol="0">
            <a:noAutofit/>
          </a:bodyPr>
          <a:p>
            <a:pPr algn="l"/>
            <a:r>
              <a:rPr lang="en-US" altLang="zh-CN" sz="2800">
                <a:solidFill>
                  <a:schemeClr val="accent4">
                    <a:lumMod val="60000"/>
                    <a:lumOff val="40000"/>
                  </a:schemeClr>
                </a:solidFill>
              </a:rPr>
              <a:t>Lower Computer (STM32)</a:t>
            </a:r>
            <a:endParaRPr lang="en-US" altLang="zh-CN" sz="2800">
              <a:solidFill>
                <a:schemeClr val="accent4">
                  <a:lumMod val="60000"/>
                  <a:lumOff val="40000"/>
                </a:schemeClr>
              </a:solidFill>
            </a:endParaRPr>
          </a:p>
        </p:txBody>
      </p:sp>
      <p:sp>
        <p:nvSpPr>
          <p:cNvPr id="13" name="文本框 12"/>
          <p:cNvSpPr txBox="1"/>
          <p:nvPr userDrawn="1"/>
        </p:nvSpPr>
        <p:spPr>
          <a:xfrm>
            <a:off x="1127496" y="2692497"/>
            <a:ext cx="4205063" cy="3985578"/>
          </a:xfrm>
          <a:prstGeom prst="rect">
            <a:avLst/>
          </a:prstGeom>
        </p:spPr>
        <p:txBody>
          <a:bodyPr wrap="square" rtlCol="0">
            <a:noAutofit/>
          </a:bodyPr>
          <a:p>
            <a:pPr algn="l"/>
            <a:r>
              <a:rPr lang="en-US" altLang="zh-CN" sz="2000" b="1"/>
              <a:t>Real-time Sensor Acquisition:</a:t>
            </a:r>
            <a:r>
              <a:rPr lang="en-US" altLang="zh-CN" sz="2000"/>
              <a:t>Collects raw data from IMU, LiDAR, and encoders.</a:t>
            </a:r>
            <a:endParaRPr lang="en-US" altLang="zh-CN" sz="2000"/>
          </a:p>
          <a:p>
            <a:pPr algn="l"/>
            <a:r>
              <a:rPr lang="en-US" altLang="zh-CN" sz="2000" b="1"/>
              <a:t>Motor PID Control: </a:t>
            </a:r>
            <a:r>
              <a:rPr lang="en-US" altLang="zh-CN" sz="2000"/>
              <a:t>Executes precise, real-time motion commands.</a:t>
            </a:r>
            <a:endParaRPr lang="en-US" altLang="zh-CN" sz="2000"/>
          </a:p>
          <a:p>
            <a:pPr algn="l"/>
            <a:r>
              <a:rPr lang="en-US" altLang="zh-CN" sz="2000" b="1"/>
              <a:t>Encoder Odometry:</a:t>
            </a:r>
            <a:r>
              <a:rPr lang="en-US" altLang="zh-CN" sz="2000"/>
              <a:t> Calculates robot's position and orientation.</a:t>
            </a:r>
            <a:endParaRPr lang="en-US" altLang="zh-CN" sz="2000"/>
          </a:p>
          <a:p>
            <a:pPr algn="l"/>
            <a:r>
              <a:rPr lang="en-US" altLang="zh-CN" sz="2000" b="1"/>
              <a:t>Bluetooth Communication: </a:t>
            </a:r>
            <a:r>
              <a:rPr lang="en-US" altLang="zh-CN" sz="2000"/>
              <a:t>Handles low-level data transmission and command responses.</a:t>
            </a:r>
            <a:endParaRPr lang="en-US" altLang="zh-CN" sz="2000"/>
          </a:p>
        </p:txBody>
      </p:sp>
      <p:sp>
        <p:nvSpPr>
          <p:cNvPr id="15" name="文本框 14"/>
          <p:cNvSpPr txBox="1"/>
          <p:nvPr userDrawn="1"/>
        </p:nvSpPr>
        <p:spPr>
          <a:xfrm>
            <a:off x="179663" y="1638091"/>
            <a:ext cx="309880" cy="368300"/>
          </a:xfrm>
          <a:prstGeom prst="rect">
            <a:avLst/>
          </a:prstGeom>
        </p:spPr>
        <p:txBody>
          <a:bodyPr wrap="none" rtlCol="0">
            <a:spAutoFit/>
          </a:bodyPr>
          <a:p>
            <a:pPr algn="l"/>
            <a:endParaRPr lang="zh-CN" altLang="en-US"/>
          </a:p>
        </p:txBody>
      </p:sp>
      <p:pic>
        <p:nvPicPr>
          <p:cNvPr id="16" name="图片 15" descr="post_object_image_1301575567"/>
          <p:cNvPicPr>
            <a:picLocks noChangeAspect="1"/>
          </p:cNvPicPr>
          <p:nvPr/>
        </p:nvPicPr>
        <p:blipFill>
          <a:blip r:embed="rId2"/>
          <a:stretch>
            <a:fillRect/>
          </a:stretch>
        </p:blipFill>
        <p:spPr>
          <a:xfrm>
            <a:off x="179685" y="1930918"/>
            <a:ext cx="777247" cy="904433"/>
          </a:xfrm>
          <a:prstGeom prst="rect">
            <a:avLst/>
          </a:prstGeom>
        </p:spPr>
      </p:pic>
      <p:pic>
        <p:nvPicPr>
          <p:cNvPr id="17" name="图片 16" descr="post_object_image_2119733638"/>
          <p:cNvPicPr>
            <a:picLocks noChangeAspect="1"/>
          </p:cNvPicPr>
          <p:nvPr/>
        </p:nvPicPr>
        <p:blipFill>
          <a:blip r:embed="rId3"/>
          <a:stretch>
            <a:fillRect/>
          </a:stretch>
        </p:blipFill>
        <p:spPr>
          <a:xfrm>
            <a:off x="326095" y="2140903"/>
            <a:ext cx="484385" cy="484385"/>
          </a:xfrm>
          <a:prstGeom prst="rect">
            <a:avLst/>
          </a:prstGeom>
        </p:spPr>
      </p:pic>
      <p:pic>
        <p:nvPicPr>
          <p:cNvPr id="19" name="图片 18" descr="post_object_image_3285697399"/>
          <p:cNvPicPr>
            <a:picLocks noChangeAspect="1"/>
          </p:cNvPicPr>
          <p:nvPr/>
        </p:nvPicPr>
        <p:blipFill>
          <a:blip r:embed="rId4"/>
          <a:stretch>
            <a:fillRect/>
          </a:stretch>
        </p:blipFill>
        <p:spPr>
          <a:xfrm>
            <a:off x="5481657" y="3622770"/>
            <a:ext cx="1228725" cy="1228725"/>
          </a:xfrm>
          <a:prstGeom prst="rect">
            <a:avLst/>
          </a:prstGeom>
        </p:spPr>
      </p:pic>
      <p:pic>
        <p:nvPicPr>
          <p:cNvPr id="20" name="图片 19" descr="post_object_image_3698272197"/>
          <p:cNvPicPr>
            <a:picLocks noChangeAspect="1"/>
          </p:cNvPicPr>
          <p:nvPr/>
        </p:nvPicPr>
        <p:blipFill>
          <a:blip r:embed="rId5"/>
          <a:stretch>
            <a:fillRect/>
          </a:stretch>
        </p:blipFill>
        <p:spPr>
          <a:xfrm>
            <a:off x="6900174" y="1977981"/>
            <a:ext cx="756031" cy="904411"/>
          </a:xfrm>
          <a:prstGeom prst="rect">
            <a:avLst/>
          </a:prstGeom>
        </p:spPr>
      </p:pic>
      <p:pic>
        <p:nvPicPr>
          <p:cNvPr id="21" name="图片 20" descr="post_object_image_3984641028"/>
          <p:cNvPicPr>
            <a:picLocks noChangeAspect="1"/>
          </p:cNvPicPr>
          <p:nvPr/>
        </p:nvPicPr>
        <p:blipFill>
          <a:blip r:embed="rId6"/>
          <a:stretch>
            <a:fillRect/>
          </a:stretch>
        </p:blipFill>
        <p:spPr>
          <a:xfrm>
            <a:off x="7006727" y="2158724"/>
            <a:ext cx="542925" cy="542925"/>
          </a:xfrm>
          <a:prstGeom prst="rect">
            <a:avLst/>
          </a:prstGeom>
        </p:spPr>
      </p:pic>
      <p:sp>
        <p:nvSpPr>
          <p:cNvPr id="22" name="文本框 21"/>
          <p:cNvSpPr txBox="1"/>
          <p:nvPr userDrawn="1"/>
        </p:nvSpPr>
        <p:spPr>
          <a:xfrm>
            <a:off x="7811396" y="2199682"/>
            <a:ext cx="3672840" cy="460375"/>
          </a:xfrm>
          <a:prstGeom prst="rect">
            <a:avLst/>
          </a:prstGeom>
        </p:spPr>
        <p:txBody>
          <a:bodyPr wrap="none" rtlCol="0">
            <a:spAutoFit/>
          </a:bodyPr>
          <a:p>
            <a:r>
              <a:rPr lang="en-US" altLang="zh-CN" sz="2400">
                <a:solidFill>
                  <a:schemeClr val="accent4">
                    <a:lumMod val="60000"/>
                    <a:lumOff val="40000"/>
                  </a:schemeClr>
                </a:solidFill>
              </a:rPr>
              <a:t>Upper Computer (Python)</a:t>
            </a:r>
            <a:endParaRPr lang="zh-CN" altLang="en-US" sz="2400">
              <a:solidFill>
                <a:schemeClr val="accent4">
                  <a:lumMod val="60000"/>
                  <a:lumOff val="40000"/>
                </a:schemeClr>
              </a:solidFill>
            </a:endParaRPr>
          </a:p>
        </p:txBody>
      </p:sp>
      <p:sp>
        <p:nvSpPr>
          <p:cNvPr id="23" name="文本框 22"/>
          <p:cNvSpPr txBox="1"/>
          <p:nvPr userDrawn="1"/>
        </p:nvSpPr>
        <p:spPr>
          <a:xfrm>
            <a:off x="7656216" y="2835351"/>
            <a:ext cx="3711395" cy="3234179"/>
          </a:xfrm>
          <a:prstGeom prst="rect">
            <a:avLst/>
          </a:prstGeom>
        </p:spPr>
        <p:txBody>
          <a:bodyPr wrap="square" rtlCol="0">
            <a:noAutofit/>
          </a:bodyPr>
          <a:p>
            <a:r>
              <a:rPr lang="en-US" altLang="zh-CN" sz="2000" b="1"/>
              <a:t>Live Visualization: </a:t>
            </a:r>
            <a:r>
              <a:rPr lang="en-US" altLang="zh-CN" sz="2000"/>
              <a:t>Renders sensor data and map in real</a:t>
            </a:r>
            <a:r>
              <a:rPr lang="zh-CN" altLang="en-US" sz="2000"/>
              <a:t>-</a:t>
            </a:r>
            <a:r>
              <a:rPr lang="en-US" altLang="zh-CN" sz="2000"/>
              <a:t>time.</a:t>
            </a:r>
            <a:endParaRPr lang="en-US" altLang="zh-CN" sz="2000"/>
          </a:p>
          <a:p>
            <a:r>
              <a:rPr lang="en-US" altLang="zh-CN" sz="2000" b="1"/>
              <a:t>SLAM Algorithm: </a:t>
            </a:r>
            <a:r>
              <a:rPr lang="en-US" altLang="zh-CN" sz="2000"/>
              <a:t>Constructs and updates the environment map.</a:t>
            </a:r>
            <a:endParaRPr lang="en-US" altLang="zh-CN" sz="2000"/>
          </a:p>
          <a:p>
            <a:r>
              <a:rPr lang="en-US" altLang="zh-CN" sz="2000" b="1"/>
              <a:t>Path Planning: </a:t>
            </a:r>
            <a:r>
              <a:rPr lang="en-US" altLang="zh-CN" sz="2000"/>
              <a:t>Makes high</a:t>
            </a:r>
            <a:r>
              <a:rPr lang="zh-CN" altLang="en-US" sz="2000"/>
              <a:t>-</a:t>
            </a:r>
            <a:r>
              <a:rPr lang="en-US" altLang="zh-CN" sz="2000"/>
              <a:t>level navigation decisions.</a:t>
            </a:r>
            <a:endParaRPr lang="en-US" altLang="zh-CN" sz="2000"/>
          </a:p>
          <a:p>
            <a:r>
              <a:rPr lang="en-US" altLang="zh-CN" sz="2000" b="1"/>
              <a:t>User Interface: </a:t>
            </a:r>
            <a:r>
              <a:rPr lang="en-US" altLang="zh-CN" sz="2000"/>
              <a:t>Provides controls for parameter tuning and robot command.</a:t>
            </a:r>
            <a:endParaRPr lang="zh-CN" altLang="en-US" sz="2000"/>
          </a:p>
        </p:txBody>
      </p:sp>
      <p:pic>
        <p:nvPicPr>
          <p:cNvPr id="25" name="图片 24" descr="post_object_image_1797348348"/>
          <p:cNvPicPr>
            <a:picLocks noChangeAspect="1"/>
          </p:cNvPicPr>
          <p:nvPr/>
        </p:nvPicPr>
        <p:blipFill>
          <a:blip r:embed="rId7"/>
          <a:stretch>
            <a:fillRect/>
          </a:stretch>
        </p:blipFill>
        <p:spPr>
          <a:xfrm>
            <a:off x="0" y="724488"/>
            <a:ext cx="767128" cy="861447"/>
          </a:xfrm>
          <a:prstGeom prst="rect">
            <a:avLst/>
          </a:prstGeom>
        </p:spPr>
      </p:pic>
      <p:sp>
        <p:nvSpPr>
          <p:cNvPr id="26" name="文本框 25"/>
          <p:cNvSpPr txBox="1"/>
          <p:nvPr userDrawn="1"/>
        </p:nvSpPr>
        <p:spPr>
          <a:xfrm>
            <a:off x="2474363" y="900608"/>
            <a:ext cx="6935416" cy="519224"/>
          </a:xfrm>
          <a:prstGeom prst="rect">
            <a:avLst/>
          </a:prstGeom>
        </p:spPr>
        <p:txBody>
          <a:bodyPr wrap="square" rtlCol="0">
            <a:noAutofit/>
          </a:bodyPr>
          <a:p>
            <a:pPr algn="ctr"/>
            <a:r>
              <a:rPr lang="en-US" altLang="zh-CN" sz="2400" b="1"/>
              <a:t>A clean division of labor for a tightly coupled system.</a:t>
            </a:r>
            <a:endParaRPr lang="zh-CN" altLang="en-US" sz="2400" b="1"/>
          </a:p>
        </p:txBody>
      </p:sp>
    </p:spTree>
    <p:custDataLst>
      <p:tags r:id="rId8"/>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479424" y="165839"/>
            <a:ext cx="11233151" cy="415290"/>
          </a:xfrm>
        </p:spPr>
        <p:txBody>
          <a:bodyPr/>
          <a:lstStyle/>
          <a:p>
            <a:r>
              <a:rPr lang="en-US" altLang="zh-CN"/>
              <a:t>Layered Data Flow Pipeline</a:t>
            </a:r>
            <a:endParaRPr lang="en-US" altLang="zh-CN"/>
          </a:p>
        </p:txBody>
      </p:sp>
      <p:sp>
        <p:nvSpPr>
          <p:cNvPr id="3" name="文本框 2"/>
          <p:cNvSpPr txBox="1"/>
          <p:nvPr userDrawn="1"/>
        </p:nvSpPr>
        <p:spPr>
          <a:xfrm>
            <a:off x="3242589" y="1348760"/>
            <a:ext cx="309880" cy="368300"/>
          </a:xfrm>
          <a:prstGeom prst="rect">
            <a:avLst/>
          </a:prstGeom>
        </p:spPr>
        <p:txBody>
          <a:bodyPr wrap="none" rtlCol="0">
            <a:spAutoFit/>
          </a:bodyPr>
          <a:p>
            <a:pPr algn="l"/>
            <a:endParaRPr lang="zh-CN" altLang="en-US"/>
          </a:p>
        </p:txBody>
      </p:sp>
      <p:pic>
        <p:nvPicPr>
          <p:cNvPr id="5" name="图片 4" descr="post_object_image_693556485"/>
          <p:cNvPicPr>
            <a:picLocks noChangeAspect="1"/>
          </p:cNvPicPr>
          <p:nvPr/>
        </p:nvPicPr>
        <p:blipFill>
          <a:blip r:embed="rId2"/>
          <a:stretch>
            <a:fillRect/>
          </a:stretch>
        </p:blipFill>
        <p:spPr>
          <a:xfrm>
            <a:off x="0" y="741238"/>
            <a:ext cx="868957" cy="975796"/>
          </a:xfrm>
          <a:prstGeom prst="rect">
            <a:avLst/>
          </a:prstGeom>
        </p:spPr>
      </p:pic>
      <p:sp>
        <p:nvSpPr>
          <p:cNvPr id="6" name="文本框 5"/>
          <p:cNvSpPr txBox="1"/>
          <p:nvPr userDrawn="1"/>
        </p:nvSpPr>
        <p:spPr>
          <a:xfrm>
            <a:off x="1716114" y="964560"/>
            <a:ext cx="9372202" cy="529201"/>
          </a:xfrm>
          <a:prstGeom prst="rect">
            <a:avLst/>
          </a:prstGeom>
        </p:spPr>
        <p:txBody>
          <a:bodyPr wrap="square" rtlCol="0">
            <a:noAutofit/>
          </a:bodyPr>
          <a:p>
            <a:pPr algn="ctr"/>
            <a:r>
              <a:rPr lang="en-US" altLang="zh-CN" sz="2400" b="1"/>
              <a:t>From raw sensors to actionable UI, a journey through the system's core.</a:t>
            </a:r>
            <a:endParaRPr lang="zh-CN" altLang="en-US" sz="2400" b="1"/>
          </a:p>
        </p:txBody>
      </p:sp>
      <p:pic>
        <p:nvPicPr>
          <p:cNvPr id="8" name="图片 7" descr="post_object_image_393137741"/>
          <p:cNvPicPr>
            <a:picLocks noChangeAspect="1"/>
          </p:cNvPicPr>
          <p:nvPr/>
        </p:nvPicPr>
        <p:blipFill>
          <a:blip r:embed="rId3"/>
          <a:stretch>
            <a:fillRect/>
          </a:stretch>
        </p:blipFill>
        <p:spPr>
          <a:xfrm>
            <a:off x="6157218" y="1717034"/>
            <a:ext cx="57150" cy="4800600"/>
          </a:xfrm>
          <a:prstGeom prst="rect">
            <a:avLst/>
          </a:prstGeom>
        </p:spPr>
      </p:pic>
      <p:pic>
        <p:nvPicPr>
          <p:cNvPr id="9" name="图片 8" descr="post_object_image_1684765372"/>
          <p:cNvPicPr>
            <a:picLocks noChangeAspect="1"/>
          </p:cNvPicPr>
          <p:nvPr/>
        </p:nvPicPr>
        <p:blipFill>
          <a:blip r:embed="rId4"/>
          <a:stretch>
            <a:fillRect/>
          </a:stretch>
        </p:blipFill>
        <p:spPr>
          <a:xfrm>
            <a:off x="6214347" y="1632628"/>
            <a:ext cx="527881" cy="527881"/>
          </a:xfrm>
          <a:prstGeom prst="rect">
            <a:avLst/>
          </a:prstGeom>
        </p:spPr>
      </p:pic>
      <p:pic>
        <p:nvPicPr>
          <p:cNvPr id="10" name="图片 9" descr="post_object_image_3442420905"/>
          <p:cNvPicPr>
            <a:picLocks noChangeAspect="1"/>
          </p:cNvPicPr>
          <p:nvPr/>
        </p:nvPicPr>
        <p:blipFill>
          <a:blip r:embed="rId5"/>
          <a:stretch>
            <a:fillRect/>
          </a:stretch>
        </p:blipFill>
        <p:spPr>
          <a:xfrm>
            <a:off x="6307052" y="1740046"/>
            <a:ext cx="338399" cy="308973"/>
          </a:xfrm>
          <a:prstGeom prst="rect">
            <a:avLst/>
          </a:prstGeom>
        </p:spPr>
      </p:pic>
      <p:pic>
        <p:nvPicPr>
          <p:cNvPr id="11" name="图片 10" descr="post_object_image_129194307"/>
          <p:cNvPicPr>
            <a:picLocks noChangeAspect="1"/>
          </p:cNvPicPr>
          <p:nvPr/>
        </p:nvPicPr>
        <p:blipFill>
          <a:blip r:embed="rId4"/>
          <a:stretch>
            <a:fillRect/>
          </a:stretch>
        </p:blipFill>
        <p:spPr>
          <a:xfrm>
            <a:off x="6225271" y="2631135"/>
            <a:ext cx="527881" cy="527881"/>
          </a:xfrm>
          <a:prstGeom prst="rect">
            <a:avLst/>
          </a:prstGeom>
        </p:spPr>
      </p:pic>
      <p:pic>
        <p:nvPicPr>
          <p:cNvPr id="12" name="图片 11" descr="post_object_image_3101160376"/>
          <p:cNvPicPr>
            <a:picLocks noChangeAspect="1"/>
          </p:cNvPicPr>
          <p:nvPr/>
        </p:nvPicPr>
        <p:blipFill>
          <a:blip r:embed="rId6"/>
          <a:stretch>
            <a:fillRect/>
          </a:stretch>
        </p:blipFill>
        <p:spPr>
          <a:xfrm>
            <a:off x="6329281" y="2737030"/>
            <a:ext cx="316167" cy="316167"/>
          </a:xfrm>
          <a:prstGeom prst="rect">
            <a:avLst/>
          </a:prstGeom>
        </p:spPr>
      </p:pic>
      <p:pic>
        <p:nvPicPr>
          <p:cNvPr id="13" name="图片 12" descr="post_object_image_3950803211"/>
          <p:cNvPicPr>
            <a:picLocks noChangeAspect="1"/>
          </p:cNvPicPr>
          <p:nvPr/>
        </p:nvPicPr>
        <p:blipFill>
          <a:blip r:embed="rId7"/>
          <a:stretch>
            <a:fillRect/>
          </a:stretch>
        </p:blipFill>
        <p:spPr>
          <a:xfrm>
            <a:off x="6225222" y="3772786"/>
            <a:ext cx="527881" cy="527881"/>
          </a:xfrm>
          <a:prstGeom prst="rect">
            <a:avLst/>
          </a:prstGeom>
        </p:spPr>
      </p:pic>
      <p:pic>
        <p:nvPicPr>
          <p:cNvPr id="14" name="图片 13" descr="post_object_image_3442876013"/>
          <p:cNvPicPr>
            <a:picLocks noChangeAspect="1"/>
          </p:cNvPicPr>
          <p:nvPr/>
        </p:nvPicPr>
        <p:blipFill>
          <a:blip r:embed="rId8"/>
          <a:stretch>
            <a:fillRect/>
          </a:stretch>
        </p:blipFill>
        <p:spPr>
          <a:xfrm>
            <a:off x="6329281" y="3876785"/>
            <a:ext cx="327105" cy="319782"/>
          </a:xfrm>
          <a:prstGeom prst="rect">
            <a:avLst/>
          </a:prstGeom>
        </p:spPr>
      </p:pic>
      <p:pic>
        <p:nvPicPr>
          <p:cNvPr id="15" name="图片 14" descr="post_object_image_2909851694"/>
          <p:cNvPicPr>
            <a:picLocks noChangeAspect="1"/>
          </p:cNvPicPr>
          <p:nvPr/>
        </p:nvPicPr>
        <p:blipFill>
          <a:blip r:embed="rId7"/>
          <a:stretch>
            <a:fillRect/>
          </a:stretch>
        </p:blipFill>
        <p:spPr>
          <a:xfrm>
            <a:off x="6225222" y="4919238"/>
            <a:ext cx="527881" cy="527881"/>
          </a:xfrm>
          <a:prstGeom prst="rect">
            <a:avLst/>
          </a:prstGeom>
        </p:spPr>
      </p:pic>
      <p:pic>
        <p:nvPicPr>
          <p:cNvPr id="16" name="图片 15" descr="post_object_image_4043266341"/>
          <p:cNvPicPr>
            <a:picLocks noChangeAspect="1"/>
          </p:cNvPicPr>
          <p:nvPr/>
        </p:nvPicPr>
        <p:blipFill>
          <a:blip r:embed="rId9"/>
          <a:stretch>
            <a:fillRect/>
          </a:stretch>
        </p:blipFill>
        <p:spPr>
          <a:xfrm>
            <a:off x="6340256" y="5036173"/>
            <a:ext cx="316170" cy="294111"/>
          </a:xfrm>
          <a:prstGeom prst="rect">
            <a:avLst/>
          </a:prstGeom>
        </p:spPr>
      </p:pic>
      <p:pic>
        <p:nvPicPr>
          <p:cNvPr id="17" name="图片 16" descr="post_object_image_4193133345"/>
          <p:cNvPicPr>
            <a:picLocks noChangeAspect="1"/>
          </p:cNvPicPr>
          <p:nvPr/>
        </p:nvPicPr>
        <p:blipFill>
          <a:blip r:embed="rId10"/>
          <a:stretch>
            <a:fillRect/>
          </a:stretch>
        </p:blipFill>
        <p:spPr>
          <a:xfrm>
            <a:off x="6234330" y="5989724"/>
            <a:ext cx="527922" cy="527922"/>
          </a:xfrm>
          <a:prstGeom prst="rect">
            <a:avLst/>
          </a:prstGeom>
        </p:spPr>
      </p:pic>
      <p:pic>
        <p:nvPicPr>
          <p:cNvPr id="18" name="图片 17" descr="post_object_image_2676317160"/>
          <p:cNvPicPr>
            <a:picLocks noChangeAspect="1"/>
          </p:cNvPicPr>
          <p:nvPr/>
        </p:nvPicPr>
        <p:blipFill>
          <a:blip r:embed="rId11"/>
          <a:stretch>
            <a:fillRect/>
          </a:stretch>
        </p:blipFill>
        <p:spPr>
          <a:xfrm>
            <a:off x="6340256" y="6092990"/>
            <a:ext cx="349895" cy="321332"/>
          </a:xfrm>
          <a:prstGeom prst="rect">
            <a:avLst/>
          </a:prstGeom>
        </p:spPr>
      </p:pic>
      <p:pic>
        <p:nvPicPr>
          <p:cNvPr id="19" name="图片 18" descr="post_object_image_2028164306"/>
          <p:cNvPicPr>
            <a:picLocks noChangeAspect="1"/>
          </p:cNvPicPr>
          <p:nvPr/>
        </p:nvPicPr>
        <p:blipFill>
          <a:blip r:embed="rId12"/>
          <a:stretch>
            <a:fillRect/>
          </a:stretch>
        </p:blipFill>
        <p:spPr>
          <a:xfrm>
            <a:off x="1366943" y="1522883"/>
            <a:ext cx="4790236" cy="1214196"/>
          </a:xfrm>
          <a:prstGeom prst="rect">
            <a:avLst/>
          </a:prstGeom>
        </p:spPr>
      </p:pic>
      <p:sp>
        <p:nvSpPr>
          <p:cNvPr id="20" name="文本框 19"/>
          <p:cNvSpPr txBox="1"/>
          <p:nvPr userDrawn="1"/>
        </p:nvSpPr>
        <p:spPr>
          <a:xfrm>
            <a:off x="3822919" y="1588057"/>
            <a:ext cx="2334260" cy="460375"/>
          </a:xfrm>
          <a:prstGeom prst="rect">
            <a:avLst/>
          </a:prstGeom>
        </p:spPr>
        <p:txBody>
          <a:bodyPr wrap="none" rtlCol="0">
            <a:spAutoFit/>
          </a:bodyPr>
          <a:p>
            <a:r>
              <a:rPr lang="en-US" altLang="zh-CN" sz="2400">
                <a:solidFill>
                  <a:schemeClr val="bg1"/>
                </a:solidFill>
              </a:rPr>
              <a:t>1. Sensor Layer</a:t>
            </a:r>
            <a:endParaRPr lang="zh-CN" altLang="en-US" sz="2400">
              <a:solidFill>
                <a:schemeClr val="bg1"/>
              </a:solidFill>
            </a:endParaRPr>
          </a:p>
        </p:txBody>
      </p:sp>
      <p:sp>
        <p:nvSpPr>
          <p:cNvPr id="21" name="文本框 20"/>
          <p:cNvSpPr txBox="1"/>
          <p:nvPr userDrawn="1"/>
        </p:nvSpPr>
        <p:spPr>
          <a:xfrm>
            <a:off x="2614040" y="2049067"/>
            <a:ext cx="3379710" cy="405063"/>
          </a:xfrm>
          <a:prstGeom prst="rect">
            <a:avLst/>
          </a:prstGeom>
        </p:spPr>
        <p:txBody>
          <a:bodyPr wrap="square" rtlCol="0">
            <a:noAutofit/>
          </a:bodyPr>
          <a:p>
            <a:r>
              <a:rPr lang="en-US" altLang="zh-CN">
                <a:solidFill>
                  <a:schemeClr val="bg1"/>
                </a:solidFill>
              </a:rPr>
              <a:t>IMU, LiDAR, Encoder (Data Origin)</a:t>
            </a:r>
            <a:endParaRPr lang="zh-CN" altLang="en-US">
              <a:solidFill>
                <a:schemeClr val="bg1"/>
              </a:solidFill>
            </a:endParaRPr>
          </a:p>
        </p:txBody>
      </p:sp>
      <p:pic>
        <p:nvPicPr>
          <p:cNvPr id="22" name="图片 21" descr="post_object_image_1471986329"/>
          <p:cNvPicPr>
            <a:picLocks noChangeAspect="1"/>
          </p:cNvPicPr>
          <p:nvPr/>
        </p:nvPicPr>
        <p:blipFill>
          <a:blip r:embed="rId12"/>
          <a:stretch>
            <a:fillRect/>
          </a:stretch>
        </p:blipFill>
        <p:spPr>
          <a:xfrm>
            <a:off x="6950311" y="2374971"/>
            <a:ext cx="4762237" cy="1221095"/>
          </a:xfrm>
          <a:prstGeom prst="rect">
            <a:avLst/>
          </a:prstGeom>
        </p:spPr>
      </p:pic>
      <p:sp>
        <p:nvSpPr>
          <p:cNvPr id="23" name="文本框 22"/>
          <p:cNvSpPr txBox="1"/>
          <p:nvPr userDrawn="1"/>
        </p:nvSpPr>
        <p:spPr>
          <a:xfrm>
            <a:off x="7153555" y="2454132"/>
            <a:ext cx="3384550" cy="460375"/>
          </a:xfrm>
          <a:prstGeom prst="rect">
            <a:avLst/>
          </a:prstGeom>
        </p:spPr>
        <p:txBody>
          <a:bodyPr wrap="none" rtlCol="0">
            <a:spAutoFit/>
          </a:bodyPr>
          <a:p>
            <a:r>
              <a:rPr lang="en-US" altLang="zh-CN" sz="2400">
                <a:solidFill>
                  <a:schemeClr val="bg1"/>
                </a:solidFill>
              </a:rPr>
              <a:t>2. Firmware Processing</a:t>
            </a:r>
            <a:endParaRPr lang="zh-CN" altLang="en-US" sz="2400">
              <a:solidFill>
                <a:schemeClr val="bg1"/>
              </a:solidFill>
            </a:endParaRPr>
          </a:p>
        </p:txBody>
      </p:sp>
      <p:sp>
        <p:nvSpPr>
          <p:cNvPr id="24" name="文本框 23"/>
          <p:cNvSpPr txBox="1"/>
          <p:nvPr userDrawn="1"/>
        </p:nvSpPr>
        <p:spPr>
          <a:xfrm>
            <a:off x="7121682" y="2915167"/>
            <a:ext cx="4094480" cy="368300"/>
          </a:xfrm>
          <a:prstGeom prst="rect">
            <a:avLst/>
          </a:prstGeom>
        </p:spPr>
        <p:txBody>
          <a:bodyPr wrap="none" rtlCol="0">
            <a:spAutoFit/>
          </a:bodyPr>
          <a:p>
            <a:r>
              <a:rPr lang="en-US" altLang="zh-CN">
                <a:solidFill>
                  <a:schemeClr val="bg1"/>
                </a:solidFill>
              </a:rPr>
              <a:t>Multi</a:t>
            </a:r>
            <a:r>
              <a:rPr lang="zh-CN" altLang="en-US">
                <a:solidFill>
                  <a:schemeClr val="bg1"/>
                </a:solidFill>
              </a:rPr>
              <a:t>-</a:t>
            </a:r>
            <a:r>
              <a:rPr lang="en-US" altLang="zh-CN">
                <a:solidFill>
                  <a:schemeClr val="bg1"/>
                </a:solidFill>
              </a:rPr>
              <a:t>tasking </a:t>
            </a:r>
            <a:r>
              <a:rPr lang="zh-CN" altLang="en-US">
                <a:solidFill>
                  <a:schemeClr val="bg1"/>
                </a:solidFill>
              </a:rPr>
              <a:t>&amp; </a:t>
            </a:r>
            <a:r>
              <a:rPr lang="en-US" altLang="zh-CN">
                <a:solidFill>
                  <a:schemeClr val="bg1"/>
                </a:solidFill>
              </a:rPr>
              <a:t>Data Fusion on STM32</a:t>
            </a:r>
            <a:endParaRPr lang="zh-CN" altLang="en-US">
              <a:solidFill>
                <a:schemeClr val="bg1"/>
              </a:solidFill>
            </a:endParaRPr>
          </a:p>
        </p:txBody>
      </p:sp>
      <p:pic>
        <p:nvPicPr>
          <p:cNvPr id="25" name="图片 24" descr="post_object_image_3242763015"/>
          <p:cNvPicPr>
            <a:picLocks noChangeAspect="1"/>
          </p:cNvPicPr>
          <p:nvPr/>
        </p:nvPicPr>
        <p:blipFill>
          <a:blip r:embed="rId13"/>
          <a:stretch>
            <a:fillRect/>
          </a:stretch>
        </p:blipFill>
        <p:spPr>
          <a:xfrm>
            <a:off x="1366943" y="3596094"/>
            <a:ext cx="4784538" cy="1202727"/>
          </a:xfrm>
          <a:prstGeom prst="rect">
            <a:avLst/>
          </a:prstGeom>
        </p:spPr>
      </p:pic>
      <p:sp>
        <p:nvSpPr>
          <p:cNvPr id="26" name="文本框 25"/>
          <p:cNvSpPr txBox="1"/>
          <p:nvPr userDrawn="1"/>
        </p:nvSpPr>
        <p:spPr>
          <a:xfrm>
            <a:off x="2822858" y="3627932"/>
            <a:ext cx="3170899" cy="389524"/>
          </a:xfrm>
          <a:prstGeom prst="rect">
            <a:avLst/>
          </a:prstGeom>
        </p:spPr>
        <p:txBody>
          <a:bodyPr wrap="square" rtlCol="0">
            <a:noAutofit/>
          </a:bodyPr>
          <a:p>
            <a:r>
              <a:rPr lang="en-US" altLang="zh-CN" sz="2400">
                <a:solidFill>
                  <a:srgbClr val="000000"/>
                </a:solidFill>
              </a:rPr>
              <a:t>3. Communication Layer</a:t>
            </a:r>
            <a:endParaRPr lang="zh-CN" altLang="en-US" sz="2400">
              <a:solidFill>
                <a:srgbClr val="000000"/>
              </a:solidFill>
            </a:endParaRPr>
          </a:p>
        </p:txBody>
      </p:sp>
      <p:sp>
        <p:nvSpPr>
          <p:cNvPr id="27" name="文本框 26"/>
          <p:cNvSpPr txBox="1"/>
          <p:nvPr userDrawn="1"/>
        </p:nvSpPr>
        <p:spPr>
          <a:xfrm>
            <a:off x="1509501" y="4090351"/>
            <a:ext cx="4970145" cy="368300"/>
          </a:xfrm>
          <a:prstGeom prst="rect">
            <a:avLst/>
          </a:prstGeom>
        </p:spPr>
        <p:txBody>
          <a:bodyPr wrap="none" rtlCol="0">
            <a:spAutoFit/>
          </a:bodyPr>
          <a:p>
            <a:r>
              <a:rPr lang="en-US" altLang="zh-CN"/>
              <a:t>Bluetooth Transmission </a:t>
            </a:r>
            <a:r>
              <a:rPr lang="zh-CN" altLang="en-US"/>
              <a:t>&amp; </a:t>
            </a:r>
            <a:r>
              <a:rPr lang="en-US" altLang="zh-CN"/>
              <a:t>Data Packet Delivery</a:t>
            </a:r>
            <a:endParaRPr lang="zh-CN" altLang="en-US"/>
          </a:p>
        </p:txBody>
      </p:sp>
      <p:pic>
        <p:nvPicPr>
          <p:cNvPr id="28" name="图片 27" descr="post_object_image_626546643"/>
          <p:cNvPicPr>
            <a:picLocks noChangeAspect="1"/>
          </p:cNvPicPr>
          <p:nvPr/>
        </p:nvPicPr>
        <p:blipFill>
          <a:blip r:embed="rId13"/>
          <a:stretch>
            <a:fillRect/>
          </a:stretch>
        </p:blipFill>
        <p:spPr>
          <a:xfrm>
            <a:off x="6937987" y="4701465"/>
            <a:ext cx="4774561" cy="1175186"/>
          </a:xfrm>
          <a:prstGeom prst="rect">
            <a:avLst/>
          </a:prstGeom>
        </p:spPr>
      </p:pic>
      <p:sp>
        <p:nvSpPr>
          <p:cNvPr id="29" name="文本框 28"/>
          <p:cNvSpPr txBox="1"/>
          <p:nvPr userDrawn="1"/>
        </p:nvSpPr>
        <p:spPr>
          <a:xfrm>
            <a:off x="7121651" y="4798816"/>
            <a:ext cx="3316605" cy="460375"/>
          </a:xfrm>
          <a:prstGeom prst="rect">
            <a:avLst/>
          </a:prstGeom>
        </p:spPr>
        <p:txBody>
          <a:bodyPr wrap="none" rtlCol="0">
            <a:spAutoFit/>
          </a:bodyPr>
          <a:p>
            <a:r>
              <a:rPr lang="en-US" altLang="zh-CN" sz="2400"/>
              <a:t>4. Software Processing</a:t>
            </a:r>
            <a:endParaRPr lang="zh-CN" altLang="en-US" sz="2400"/>
          </a:p>
        </p:txBody>
      </p:sp>
      <p:sp>
        <p:nvSpPr>
          <p:cNvPr id="30" name="文本框 29"/>
          <p:cNvSpPr txBox="1"/>
          <p:nvPr userDrawn="1"/>
        </p:nvSpPr>
        <p:spPr>
          <a:xfrm>
            <a:off x="7121651" y="5159957"/>
            <a:ext cx="4704080" cy="368300"/>
          </a:xfrm>
          <a:prstGeom prst="rect">
            <a:avLst/>
          </a:prstGeom>
        </p:spPr>
        <p:txBody>
          <a:bodyPr wrap="none" rtlCol="0">
            <a:spAutoFit/>
          </a:bodyPr>
          <a:p>
            <a:r>
              <a:rPr lang="en-US" altLang="zh-CN"/>
              <a:t>Real</a:t>
            </a:r>
            <a:r>
              <a:rPr lang="zh-CN" altLang="en-US"/>
              <a:t>-</a:t>
            </a:r>
            <a:r>
              <a:rPr lang="en-US" altLang="zh-CN"/>
              <a:t>time Mapping </a:t>
            </a:r>
            <a:r>
              <a:rPr lang="zh-CN" altLang="en-US"/>
              <a:t>&amp; </a:t>
            </a:r>
            <a:r>
              <a:rPr lang="en-US" altLang="zh-CN"/>
              <a:t>Algorithm Computation</a:t>
            </a:r>
            <a:endParaRPr lang="zh-CN" altLang="en-US"/>
          </a:p>
        </p:txBody>
      </p:sp>
      <p:pic>
        <p:nvPicPr>
          <p:cNvPr id="31" name="图片 30" descr="post_object_image_1385614494"/>
          <p:cNvPicPr>
            <a:picLocks noChangeAspect="1"/>
          </p:cNvPicPr>
          <p:nvPr/>
        </p:nvPicPr>
        <p:blipFill>
          <a:blip r:embed="rId14"/>
          <a:stretch>
            <a:fillRect/>
          </a:stretch>
        </p:blipFill>
        <p:spPr>
          <a:xfrm>
            <a:off x="1366943" y="5705019"/>
            <a:ext cx="4786700" cy="1152941"/>
          </a:xfrm>
          <a:prstGeom prst="rect">
            <a:avLst/>
          </a:prstGeom>
        </p:spPr>
      </p:pic>
      <p:sp>
        <p:nvSpPr>
          <p:cNvPr id="32" name="文本框 31"/>
          <p:cNvSpPr txBox="1"/>
          <p:nvPr userDrawn="1"/>
        </p:nvSpPr>
        <p:spPr>
          <a:xfrm>
            <a:off x="4284221" y="5723457"/>
            <a:ext cx="1709535" cy="461010"/>
          </a:xfrm>
          <a:prstGeom prst="rect">
            <a:avLst/>
          </a:prstGeom>
        </p:spPr>
        <p:txBody>
          <a:bodyPr wrap="square" rtlCol="0">
            <a:noAutofit/>
          </a:bodyPr>
          <a:p>
            <a:r>
              <a:rPr lang="en-US" altLang="zh-CN" sz="2400">
                <a:solidFill>
                  <a:schemeClr val="bg1"/>
                </a:solidFill>
              </a:rPr>
              <a:t>5. UI Layer</a:t>
            </a:r>
            <a:endParaRPr lang="zh-CN" altLang="en-US" sz="2400">
              <a:solidFill>
                <a:schemeClr val="bg1"/>
              </a:solidFill>
            </a:endParaRPr>
          </a:p>
        </p:txBody>
      </p:sp>
      <p:sp>
        <p:nvSpPr>
          <p:cNvPr id="33" name="文本框 32"/>
          <p:cNvSpPr txBox="1"/>
          <p:nvPr userDrawn="1"/>
        </p:nvSpPr>
        <p:spPr>
          <a:xfrm>
            <a:off x="1509513" y="6148076"/>
            <a:ext cx="4801235" cy="368300"/>
          </a:xfrm>
          <a:prstGeom prst="rect">
            <a:avLst/>
          </a:prstGeom>
        </p:spPr>
        <p:txBody>
          <a:bodyPr wrap="none" rtlCol="0">
            <a:spAutoFit/>
          </a:bodyPr>
          <a:p>
            <a:r>
              <a:rPr lang="en-US" altLang="zh-CN">
                <a:solidFill>
                  <a:schemeClr val="bg1"/>
                </a:solidFill>
              </a:rPr>
              <a:t>Visualization Control </a:t>
            </a:r>
            <a:r>
              <a:rPr lang="zh-CN" altLang="en-US">
                <a:solidFill>
                  <a:schemeClr val="bg1"/>
                </a:solidFill>
              </a:rPr>
              <a:t>&amp; </a:t>
            </a:r>
            <a:r>
              <a:rPr lang="en-US" altLang="zh-CN">
                <a:solidFill>
                  <a:schemeClr val="bg1"/>
                </a:solidFill>
              </a:rPr>
              <a:t>Parameter Adjustment</a:t>
            </a:r>
            <a:endParaRPr lang="zh-CN" altLang="en-US">
              <a:solidFill>
                <a:schemeClr val="bg1"/>
              </a:solidFill>
            </a:endParaRPr>
          </a:p>
        </p:txBody>
      </p:sp>
    </p:spTree>
    <p:custDataLst>
      <p:tags r:id="rId15"/>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479424" y="165839"/>
            <a:ext cx="11233151" cy="415290"/>
          </a:xfrm>
        </p:spPr>
        <p:txBody>
          <a:bodyPr/>
          <a:lstStyle/>
          <a:p>
            <a:r>
              <a:rPr lang="en-US" altLang="zh-CN"/>
              <a:t>Lightweight Packet Blueprint</a:t>
            </a:r>
            <a:endParaRPr lang="en-US" altLang="zh-CN"/>
          </a:p>
        </p:txBody>
      </p:sp>
      <p:pic>
        <p:nvPicPr>
          <p:cNvPr id="5" name="图片 4" descr="post_object_image_3174067811"/>
          <p:cNvPicPr>
            <a:picLocks noChangeAspect="1"/>
          </p:cNvPicPr>
          <p:nvPr/>
        </p:nvPicPr>
        <p:blipFill>
          <a:blip r:embed="rId2"/>
          <a:stretch>
            <a:fillRect/>
          </a:stretch>
        </p:blipFill>
        <p:spPr>
          <a:xfrm>
            <a:off x="367252" y="1475293"/>
            <a:ext cx="3601868" cy="51057"/>
          </a:xfrm>
          <a:prstGeom prst="rect">
            <a:avLst/>
          </a:prstGeom>
        </p:spPr>
      </p:pic>
      <p:sp>
        <p:nvSpPr>
          <p:cNvPr id="6" name="文本框 5"/>
          <p:cNvSpPr txBox="1"/>
          <p:nvPr userDrawn="1"/>
        </p:nvSpPr>
        <p:spPr>
          <a:xfrm>
            <a:off x="367252" y="1807700"/>
            <a:ext cx="2720975" cy="460375"/>
          </a:xfrm>
          <a:prstGeom prst="rect">
            <a:avLst/>
          </a:prstGeom>
        </p:spPr>
        <p:txBody>
          <a:bodyPr wrap="none" rtlCol="0">
            <a:spAutoFit/>
          </a:bodyPr>
          <a:p>
            <a:r>
              <a:rPr lang="en-US" altLang="zh-CN" sz="2400" b="1">
                <a:solidFill>
                  <a:schemeClr val="accent1">
                    <a:lumMod val="50000"/>
                    <a:lumOff val="50000"/>
                  </a:schemeClr>
                </a:solidFill>
              </a:rPr>
              <a:t>LiDAR Fusion Packet</a:t>
            </a:r>
            <a:endParaRPr lang="zh-CN" altLang="en-US" sz="2400" b="1">
              <a:solidFill>
                <a:schemeClr val="accent1">
                  <a:lumMod val="50000"/>
                  <a:lumOff val="50000"/>
                </a:schemeClr>
              </a:solidFill>
            </a:endParaRPr>
          </a:p>
        </p:txBody>
      </p:sp>
      <p:sp>
        <p:nvSpPr>
          <p:cNvPr id="7" name="文本框 6"/>
          <p:cNvSpPr txBox="1"/>
          <p:nvPr userDrawn="1"/>
        </p:nvSpPr>
        <p:spPr>
          <a:xfrm>
            <a:off x="367236" y="2368479"/>
            <a:ext cx="3871274" cy="3362653"/>
          </a:xfrm>
          <a:prstGeom prst="rect">
            <a:avLst/>
          </a:prstGeom>
        </p:spPr>
        <p:txBody>
          <a:bodyPr wrap="square" rtlCol="0">
            <a:noAutofit/>
          </a:bodyPr>
          <a:p>
            <a:r>
              <a:rPr lang="en-US" altLang="zh-CN"/>
              <a:t>For scan</a:t>
            </a:r>
            <a:r>
              <a:rPr lang="zh-CN" altLang="en-US"/>
              <a:t>-</a:t>
            </a:r>
            <a:r>
              <a:rPr lang="en-US" altLang="zh-CN"/>
              <a:t>synced odometry.</a:t>
            </a:r>
            <a:endParaRPr lang="en-US" altLang="zh-CN"/>
          </a:p>
          <a:p>
            <a:endParaRPr lang="en-US" altLang="zh-CN"/>
          </a:p>
          <a:p>
            <a:r>
              <a:rPr lang="en-US" altLang="zh-CN"/>
              <a:t>Header: 0xAA55</a:t>
            </a:r>
            <a:endParaRPr lang="en-US" altLang="zh-CN"/>
          </a:p>
          <a:p>
            <a:endParaRPr lang="en-US" altLang="zh-CN"/>
          </a:p>
          <a:p>
            <a:r>
              <a:rPr lang="en-US" altLang="zh-CN"/>
              <a:t>Payload: Angle, Distance, Quality, Odometry</a:t>
            </a:r>
            <a:endParaRPr lang="en-US" altLang="zh-CN"/>
          </a:p>
          <a:p>
            <a:endParaRPr lang="en-US" altLang="zh-CN"/>
          </a:p>
          <a:p>
            <a:r>
              <a:rPr lang="en-US" altLang="zh-CN"/>
              <a:t>Size: 18 bytes</a:t>
            </a:r>
            <a:endParaRPr lang="en-US" altLang="zh-CN"/>
          </a:p>
          <a:p>
            <a:endParaRPr lang="en-US" altLang="zh-CN"/>
          </a:p>
          <a:p>
            <a:r>
              <a:rPr lang="en-US" altLang="zh-CN"/>
              <a:t>Frequency: 10 Hz</a:t>
            </a:r>
            <a:endParaRPr lang="zh-CN" altLang="en-US"/>
          </a:p>
        </p:txBody>
      </p:sp>
      <p:pic>
        <p:nvPicPr>
          <p:cNvPr id="8" name="图片 7" descr="post_object_image_3914164028"/>
          <p:cNvPicPr>
            <a:picLocks noChangeAspect="1"/>
          </p:cNvPicPr>
          <p:nvPr/>
        </p:nvPicPr>
        <p:blipFill>
          <a:blip r:embed="rId3"/>
          <a:stretch>
            <a:fillRect/>
          </a:stretch>
        </p:blipFill>
        <p:spPr>
          <a:xfrm>
            <a:off x="4301156" y="1475293"/>
            <a:ext cx="3589728" cy="50820"/>
          </a:xfrm>
          <a:prstGeom prst="rect">
            <a:avLst/>
          </a:prstGeom>
        </p:spPr>
      </p:pic>
      <p:pic>
        <p:nvPicPr>
          <p:cNvPr id="9" name="图片 8" descr="post_object_image_569646389"/>
          <p:cNvPicPr>
            <a:picLocks noChangeAspect="1"/>
          </p:cNvPicPr>
          <p:nvPr/>
        </p:nvPicPr>
        <p:blipFill>
          <a:blip r:embed="rId4"/>
          <a:stretch>
            <a:fillRect/>
          </a:stretch>
        </p:blipFill>
        <p:spPr>
          <a:xfrm>
            <a:off x="8116471" y="1461960"/>
            <a:ext cx="3596077" cy="64414"/>
          </a:xfrm>
          <a:prstGeom prst="rect">
            <a:avLst/>
          </a:prstGeom>
        </p:spPr>
      </p:pic>
      <p:sp>
        <p:nvSpPr>
          <p:cNvPr id="10" name="文本框 9"/>
          <p:cNvSpPr txBox="1"/>
          <p:nvPr userDrawn="1"/>
        </p:nvSpPr>
        <p:spPr>
          <a:xfrm>
            <a:off x="4238510" y="1807725"/>
            <a:ext cx="3361690" cy="460375"/>
          </a:xfrm>
          <a:prstGeom prst="rect">
            <a:avLst/>
          </a:prstGeom>
        </p:spPr>
        <p:txBody>
          <a:bodyPr wrap="none" rtlCol="0">
            <a:spAutoFit/>
          </a:bodyPr>
          <a:p>
            <a:r>
              <a:rPr lang="en-US" altLang="zh-CN" sz="2400" b="1">
                <a:solidFill>
                  <a:schemeClr val="accent1">
                    <a:lumMod val="75000"/>
                    <a:lumOff val="25000"/>
                  </a:schemeClr>
                </a:solidFill>
              </a:rPr>
              <a:t>Standalone Odom Packet</a:t>
            </a:r>
            <a:endParaRPr lang="zh-CN" altLang="en-US" sz="2400" b="1">
              <a:solidFill>
                <a:schemeClr val="accent1">
                  <a:lumMod val="75000"/>
                  <a:lumOff val="25000"/>
                </a:schemeClr>
              </a:solidFill>
            </a:endParaRPr>
          </a:p>
        </p:txBody>
      </p:sp>
      <p:sp>
        <p:nvSpPr>
          <p:cNvPr id="11" name="文本框 10"/>
          <p:cNvSpPr txBox="1"/>
          <p:nvPr userDrawn="1"/>
        </p:nvSpPr>
        <p:spPr>
          <a:xfrm>
            <a:off x="4459777" y="2424038"/>
            <a:ext cx="3192780" cy="2584450"/>
          </a:xfrm>
          <a:prstGeom prst="rect">
            <a:avLst/>
          </a:prstGeom>
        </p:spPr>
        <p:txBody>
          <a:bodyPr wrap="none" rtlCol="0">
            <a:spAutoFit/>
          </a:bodyPr>
          <a:p>
            <a:r>
              <a:rPr lang="en-US" altLang="zh-CN"/>
              <a:t>For high</a:t>
            </a:r>
            <a:r>
              <a:rPr lang="zh-CN" altLang="en-US"/>
              <a:t>-</a:t>
            </a:r>
            <a:r>
              <a:rPr lang="en-US" altLang="zh-CN"/>
              <a:t>rate localization.</a:t>
            </a:r>
            <a:endParaRPr lang="en-US" altLang="zh-CN"/>
          </a:p>
          <a:p>
            <a:endParaRPr lang="en-US" altLang="zh-CN"/>
          </a:p>
          <a:p>
            <a:r>
              <a:rPr lang="en-US" altLang="zh-CN"/>
              <a:t>Header: 0xBB55</a:t>
            </a:r>
            <a:endParaRPr lang="en-US" altLang="zh-CN"/>
          </a:p>
          <a:p>
            <a:endParaRPr lang="en-US" altLang="zh-CN"/>
          </a:p>
          <a:p>
            <a:r>
              <a:rPr lang="en-US" altLang="zh-CN"/>
              <a:t>Payload: Position, Orientation</a:t>
            </a:r>
            <a:endParaRPr lang="en-US" altLang="zh-CN"/>
          </a:p>
          <a:p>
            <a:endParaRPr lang="en-US" altLang="zh-CN"/>
          </a:p>
          <a:p>
            <a:r>
              <a:rPr lang="en-US" altLang="zh-CN"/>
              <a:t>Size: 11 bytes</a:t>
            </a:r>
            <a:endParaRPr lang="en-US" altLang="zh-CN"/>
          </a:p>
          <a:p>
            <a:endParaRPr lang="en-US" altLang="zh-CN"/>
          </a:p>
          <a:p>
            <a:r>
              <a:rPr lang="en-US" altLang="zh-CN"/>
              <a:t>Frequency: 250 Hz</a:t>
            </a:r>
            <a:endParaRPr lang="zh-CN" altLang="en-US"/>
          </a:p>
        </p:txBody>
      </p:sp>
      <p:sp>
        <p:nvSpPr>
          <p:cNvPr id="12" name="文本框 11"/>
          <p:cNvSpPr txBox="1"/>
          <p:nvPr userDrawn="1"/>
        </p:nvSpPr>
        <p:spPr>
          <a:xfrm>
            <a:off x="8169408" y="1817627"/>
            <a:ext cx="3543140" cy="550803"/>
          </a:xfrm>
          <a:prstGeom prst="rect">
            <a:avLst/>
          </a:prstGeom>
        </p:spPr>
        <p:txBody>
          <a:bodyPr wrap="square" rtlCol="0">
            <a:noAutofit/>
          </a:bodyPr>
          <a:p>
            <a:r>
              <a:rPr lang="en-US" altLang="zh-CN" sz="2400" b="1">
                <a:solidFill>
                  <a:schemeClr val="accent4">
                    <a:lumMod val="60000"/>
                    <a:lumOff val="40000"/>
                  </a:schemeClr>
                </a:solidFill>
              </a:rPr>
              <a:t>Control Command Packet</a:t>
            </a:r>
            <a:endParaRPr lang="zh-CN" altLang="en-US" sz="2400" b="1">
              <a:solidFill>
                <a:schemeClr val="accent4">
                  <a:lumMod val="60000"/>
                  <a:lumOff val="40000"/>
                </a:schemeClr>
              </a:solidFill>
            </a:endParaRPr>
          </a:p>
        </p:txBody>
      </p:sp>
      <p:sp>
        <p:nvSpPr>
          <p:cNvPr id="13" name="文本框 12"/>
          <p:cNvSpPr txBox="1"/>
          <p:nvPr userDrawn="1"/>
        </p:nvSpPr>
        <p:spPr>
          <a:xfrm>
            <a:off x="8360767" y="2496110"/>
            <a:ext cx="3738880" cy="2584450"/>
          </a:xfrm>
          <a:prstGeom prst="rect">
            <a:avLst/>
          </a:prstGeom>
        </p:spPr>
        <p:txBody>
          <a:bodyPr wrap="none" rtlCol="0">
            <a:spAutoFit/>
          </a:bodyPr>
          <a:p>
            <a:r>
              <a:rPr lang="en-US" altLang="zh-CN"/>
              <a:t>For motion and system tasks.</a:t>
            </a:r>
            <a:endParaRPr lang="en-US" altLang="zh-CN"/>
          </a:p>
          <a:p>
            <a:endParaRPr lang="zh-CN" altLang="en-US"/>
          </a:p>
          <a:p>
            <a:r>
              <a:rPr lang="en-US" altLang="zh-CN"/>
              <a:t>Format: ASCII String</a:t>
            </a:r>
            <a:endParaRPr lang="en-US" altLang="zh-CN"/>
          </a:p>
          <a:p>
            <a:endParaRPr lang="zh-CN" altLang="en-US"/>
          </a:p>
          <a:p>
            <a:r>
              <a:rPr lang="en-US" altLang="zh-CN"/>
              <a:t>Examples: W/S/A/D, F50, L90, x, S</a:t>
            </a:r>
            <a:endParaRPr lang="en-US" altLang="zh-CN"/>
          </a:p>
          <a:p>
            <a:endParaRPr lang="zh-CN" altLang="en-US"/>
          </a:p>
          <a:p>
            <a:r>
              <a:rPr lang="en-US" altLang="zh-CN"/>
              <a:t>Size: Variable</a:t>
            </a:r>
            <a:endParaRPr lang="en-US" altLang="zh-CN"/>
          </a:p>
          <a:p>
            <a:endParaRPr lang="zh-CN" altLang="en-US"/>
          </a:p>
          <a:p>
            <a:r>
              <a:rPr lang="en-US" altLang="zh-CN"/>
              <a:t>Type: Human</a:t>
            </a:r>
            <a:r>
              <a:rPr lang="zh-CN" altLang="en-US"/>
              <a:t>-</a:t>
            </a:r>
            <a:r>
              <a:rPr lang="en-US" altLang="zh-CN"/>
              <a:t>readable</a:t>
            </a:r>
            <a:endParaRPr lang="zh-CN" altLang="en-US"/>
          </a:p>
        </p:txBody>
      </p:sp>
    </p:spTree>
    <p:custDataLst>
      <p:tags r:id="rId5"/>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479424" y="165839"/>
            <a:ext cx="11233151" cy="415290"/>
          </a:xfrm>
        </p:spPr>
        <p:txBody>
          <a:bodyPr/>
          <a:lstStyle/>
          <a:p>
            <a:r>
              <a:rPr>
                <a:solidFill>
                  <a:schemeClr val="bg1"/>
                </a:solidFill>
                <a:latin typeface="微软雅黑" panose="020B0503020204020204" pitchFamily="34" charset="-122"/>
                <a:ea typeface="微软雅黑" panose="020B0503020204020204" pitchFamily="34" charset="-122"/>
              </a:rPr>
              <a:t>Realtime &amp; Sync Tactics</a:t>
            </a:r>
            <a:endParaRPr>
              <a:latin typeface="微软雅黑" panose="020B0503020204020204" pitchFamily="34" charset="-122"/>
              <a:ea typeface="微软雅黑" panose="020B0503020204020204" pitchFamily="34" charset="-122"/>
            </a:endParaRPr>
          </a:p>
        </p:txBody>
      </p:sp>
      <p:sp>
        <p:nvSpPr>
          <p:cNvPr id="3" name="文本框 2"/>
          <p:cNvSpPr txBox="1"/>
          <p:nvPr userDrawn="1"/>
        </p:nvSpPr>
        <p:spPr>
          <a:xfrm>
            <a:off x="289410" y="1119290"/>
            <a:ext cx="4927600" cy="460375"/>
          </a:xfrm>
          <a:prstGeom prst="rect">
            <a:avLst/>
          </a:prstGeom>
        </p:spPr>
        <p:txBody>
          <a:bodyPr wrap="none" rtlCol="0">
            <a:spAutoFit/>
          </a:bodyPr>
          <a:p>
            <a:r>
              <a:rPr lang="en-US" altLang="zh-CN" sz="2400" b="1">
                <a:solidFill>
                  <a:schemeClr val="accent4">
                    <a:lumMod val="60000"/>
                    <a:lumOff val="40000"/>
                  </a:schemeClr>
                </a:solidFill>
              </a:rPr>
              <a:t>Guaranteeing Real</a:t>
            </a:r>
            <a:r>
              <a:rPr lang="zh-CN" altLang="en-US" sz="2400" b="1">
                <a:solidFill>
                  <a:schemeClr val="accent4">
                    <a:lumMod val="60000"/>
                    <a:lumOff val="40000"/>
                  </a:schemeClr>
                </a:solidFill>
              </a:rPr>
              <a:t>-</a:t>
            </a:r>
            <a:r>
              <a:rPr lang="en-US" altLang="zh-CN" sz="2400" b="1">
                <a:solidFill>
                  <a:schemeClr val="accent4">
                    <a:lumMod val="60000"/>
                    <a:lumOff val="40000"/>
                  </a:schemeClr>
                </a:solidFill>
              </a:rPr>
              <a:t>Time Performance</a:t>
            </a:r>
            <a:endParaRPr lang="zh-CN" altLang="en-US" sz="2400" b="1">
              <a:solidFill>
                <a:schemeClr val="accent4">
                  <a:lumMod val="60000"/>
                  <a:lumOff val="40000"/>
                </a:schemeClr>
              </a:solidFill>
            </a:endParaRPr>
          </a:p>
        </p:txBody>
      </p:sp>
      <p:sp>
        <p:nvSpPr>
          <p:cNvPr id="4" name="文本框 3"/>
          <p:cNvSpPr txBox="1"/>
          <p:nvPr userDrawn="1"/>
        </p:nvSpPr>
        <p:spPr>
          <a:xfrm>
            <a:off x="429087" y="1937400"/>
            <a:ext cx="4609373" cy="1606414"/>
          </a:xfrm>
          <a:prstGeom prst="rect">
            <a:avLst/>
          </a:prstGeom>
        </p:spPr>
        <p:txBody>
          <a:bodyPr wrap="square" rtlCol="0">
            <a:noAutofit/>
          </a:bodyPr>
          <a:p>
            <a:r>
              <a:rPr lang="en-US" altLang="zh-CN" sz="2200" b="1">
                <a:solidFill>
                  <a:schemeClr val="accent4">
                    <a:lumMod val="60000"/>
                    <a:lumOff val="40000"/>
                  </a:schemeClr>
                </a:solidFill>
              </a:rPr>
              <a:t>STM32 Firmware</a:t>
            </a:r>
            <a:endParaRPr lang="en-US" altLang="zh-CN" sz="2200" b="1">
              <a:solidFill>
                <a:schemeClr val="accent4">
                  <a:lumMod val="60000"/>
                  <a:lumOff val="40000"/>
                </a:schemeClr>
              </a:solidFill>
            </a:endParaRPr>
          </a:p>
          <a:p>
            <a:r>
              <a:rPr lang="en-US" altLang="zh-CN">
                <a:solidFill>
                  <a:srgbClr val="000000"/>
                </a:solidFill>
              </a:rPr>
              <a:t>Utilizes a  </a:t>
            </a:r>
            <a:r>
              <a:rPr lang="en-US" altLang="zh-CN" b="1">
                <a:solidFill>
                  <a:srgbClr val="000000"/>
                </a:solidFill>
              </a:rPr>
              <a:t>priority</a:t>
            </a:r>
            <a:r>
              <a:rPr lang="zh-CN" altLang="en-US" b="1">
                <a:solidFill>
                  <a:srgbClr val="000000"/>
                </a:solidFill>
              </a:rPr>
              <a:t>-</a:t>
            </a:r>
            <a:r>
              <a:rPr lang="en-US" altLang="zh-CN" b="1">
                <a:solidFill>
                  <a:srgbClr val="000000"/>
                </a:solidFill>
              </a:rPr>
              <a:t>based RTOS</a:t>
            </a:r>
            <a:r>
              <a:rPr lang="en-US" altLang="zh-CN">
                <a:solidFill>
                  <a:srgbClr val="000000"/>
                </a:solidFill>
              </a:rPr>
              <a:t>  to ensure critical tasks (motor control, odometry) are executed with minimal jitter.</a:t>
            </a:r>
            <a:endParaRPr lang="zh-CN" altLang="en-US">
              <a:solidFill>
                <a:schemeClr val="accent4">
                  <a:lumMod val="60000"/>
                  <a:lumOff val="40000"/>
                </a:schemeClr>
              </a:solidFill>
            </a:endParaRPr>
          </a:p>
        </p:txBody>
      </p:sp>
      <p:sp>
        <p:nvSpPr>
          <p:cNvPr id="6" name="文本框 5"/>
          <p:cNvSpPr txBox="1"/>
          <p:nvPr userDrawn="1"/>
        </p:nvSpPr>
        <p:spPr>
          <a:xfrm>
            <a:off x="429109" y="3443921"/>
            <a:ext cx="4689169" cy="1317083"/>
          </a:xfrm>
          <a:prstGeom prst="rect">
            <a:avLst/>
          </a:prstGeom>
        </p:spPr>
        <p:txBody>
          <a:bodyPr wrap="square" rtlCol="0">
            <a:noAutofit/>
          </a:bodyPr>
          <a:p>
            <a:r>
              <a:rPr lang="en-US" altLang="zh-CN" sz="2200" b="1">
                <a:solidFill>
                  <a:srgbClr val="5FADE4"/>
                </a:solidFill>
              </a:rPr>
              <a:t>Python Software</a:t>
            </a:r>
            <a:endParaRPr lang="en-US" altLang="zh-CN" sz="2200" b="1">
              <a:solidFill>
                <a:srgbClr val="5FADE4"/>
              </a:solidFill>
            </a:endParaRPr>
          </a:p>
          <a:p>
            <a:r>
              <a:rPr lang="en-US" altLang="zh-CN">
                <a:solidFill>
                  <a:srgbClr val="000000"/>
                </a:solidFill>
              </a:rPr>
              <a:t>Employs a  </a:t>
            </a:r>
            <a:r>
              <a:rPr lang="en-US" altLang="zh-CN" b="1">
                <a:solidFill>
                  <a:srgbClr val="000000"/>
                </a:solidFill>
              </a:rPr>
              <a:t>dedicated RX thread</a:t>
            </a:r>
            <a:r>
              <a:rPr lang="en-US" altLang="zh-CN">
                <a:solidFill>
                  <a:srgbClr val="000000"/>
                </a:solidFill>
              </a:rPr>
              <a:t>  to prevent data loss and maintain UI responsiveness during heavy computation.</a:t>
            </a:r>
            <a:endParaRPr lang="zh-CN" altLang="en-US">
              <a:solidFill>
                <a:srgbClr val="5FADE4"/>
              </a:solidFill>
            </a:endParaRPr>
          </a:p>
        </p:txBody>
      </p:sp>
      <p:sp>
        <p:nvSpPr>
          <p:cNvPr id="7" name="文本框 6"/>
          <p:cNvSpPr txBox="1"/>
          <p:nvPr userDrawn="1"/>
        </p:nvSpPr>
        <p:spPr>
          <a:xfrm>
            <a:off x="429109" y="5010303"/>
            <a:ext cx="4908474" cy="1195626"/>
          </a:xfrm>
          <a:prstGeom prst="rect">
            <a:avLst/>
          </a:prstGeom>
        </p:spPr>
        <p:txBody>
          <a:bodyPr wrap="square" rtlCol="0">
            <a:noAutofit/>
          </a:bodyPr>
          <a:p>
            <a:r>
              <a:rPr lang="en-US" altLang="zh-CN" sz="2200" b="1">
                <a:solidFill>
                  <a:srgbClr val="5FADE4"/>
                </a:solidFill>
              </a:rPr>
              <a:t>Communication</a:t>
            </a:r>
            <a:endParaRPr lang="en-US" altLang="zh-CN" sz="2200" b="1">
              <a:solidFill>
                <a:srgbClr val="5FADE4"/>
              </a:solidFill>
            </a:endParaRPr>
          </a:p>
          <a:p>
            <a:r>
              <a:rPr lang="en-US" altLang="zh-CN">
                <a:solidFill>
                  <a:srgbClr val="000000"/>
                </a:solidFill>
              </a:rPr>
              <a:t>UART baud rate is maximized to </a:t>
            </a:r>
            <a:r>
              <a:rPr lang="en-US" altLang="zh-CN" b="1">
                <a:solidFill>
                  <a:srgbClr val="000000"/>
                </a:solidFill>
              </a:rPr>
              <a:t> 921600 </a:t>
            </a:r>
            <a:r>
              <a:rPr lang="en-US" altLang="zh-CN">
                <a:solidFill>
                  <a:srgbClr val="000000"/>
                </a:solidFill>
              </a:rPr>
              <a:t> to create a high</a:t>
            </a:r>
            <a:r>
              <a:rPr lang="zh-CN" altLang="en-US">
                <a:solidFill>
                  <a:srgbClr val="000000"/>
                </a:solidFill>
              </a:rPr>
              <a:t>-</a:t>
            </a:r>
            <a:r>
              <a:rPr lang="en-US" altLang="zh-CN">
                <a:solidFill>
                  <a:srgbClr val="000000"/>
                </a:solidFill>
              </a:rPr>
              <a:t>throughput, low</a:t>
            </a:r>
            <a:r>
              <a:rPr lang="zh-CN" altLang="en-US">
                <a:solidFill>
                  <a:srgbClr val="000000"/>
                </a:solidFill>
              </a:rPr>
              <a:t>-</a:t>
            </a:r>
            <a:r>
              <a:rPr lang="en-US" altLang="zh-CN">
                <a:solidFill>
                  <a:srgbClr val="000000"/>
                </a:solidFill>
              </a:rPr>
              <a:t>latency link.</a:t>
            </a:r>
            <a:endParaRPr lang="zh-CN" altLang="en-US" sz="2200">
              <a:solidFill>
                <a:schemeClr val="accent3"/>
              </a:solidFill>
            </a:endParaRPr>
          </a:p>
        </p:txBody>
      </p:sp>
      <p:sp>
        <p:nvSpPr>
          <p:cNvPr id="8" name="文本框 7"/>
          <p:cNvSpPr txBox="1"/>
          <p:nvPr userDrawn="1"/>
        </p:nvSpPr>
        <p:spPr>
          <a:xfrm>
            <a:off x="6983947" y="1149720"/>
            <a:ext cx="4460240" cy="460375"/>
          </a:xfrm>
          <a:prstGeom prst="rect">
            <a:avLst/>
          </a:prstGeom>
        </p:spPr>
        <p:txBody>
          <a:bodyPr wrap="none" rtlCol="0">
            <a:spAutoFit/>
          </a:bodyPr>
          <a:p>
            <a:r>
              <a:rPr lang="en-US" altLang="zh-CN" sz="2400" b="1">
                <a:solidFill>
                  <a:srgbClr val="1757C9"/>
                </a:solidFill>
              </a:rPr>
              <a:t>Maintaining Data Synchronization</a:t>
            </a:r>
            <a:endParaRPr lang="zh-CN" altLang="en-US" sz="2400" b="1">
              <a:solidFill>
                <a:srgbClr val="1757C9"/>
              </a:solidFill>
            </a:endParaRPr>
          </a:p>
        </p:txBody>
      </p:sp>
      <p:sp>
        <p:nvSpPr>
          <p:cNvPr id="9" name="文本框 8"/>
          <p:cNvSpPr txBox="1"/>
          <p:nvPr userDrawn="1"/>
        </p:nvSpPr>
        <p:spPr>
          <a:xfrm>
            <a:off x="6983969" y="1937425"/>
            <a:ext cx="5138066" cy="1425096"/>
          </a:xfrm>
          <a:prstGeom prst="rect">
            <a:avLst/>
          </a:prstGeom>
        </p:spPr>
        <p:txBody>
          <a:bodyPr wrap="square" rtlCol="0">
            <a:noAutofit/>
          </a:bodyPr>
          <a:p>
            <a:r>
              <a:rPr lang="en-US" altLang="zh-CN" sz="2200" b="1">
                <a:solidFill>
                  <a:srgbClr val="1757C9"/>
                </a:solidFill>
              </a:rPr>
              <a:t>Timestamp Alignment</a:t>
            </a:r>
            <a:endParaRPr lang="en-US" altLang="zh-CN" sz="2200" b="1">
              <a:solidFill>
                <a:srgbClr val="1757C9"/>
              </a:solidFill>
            </a:endParaRPr>
          </a:p>
          <a:p>
            <a:r>
              <a:rPr lang="en-US" altLang="zh-CN" b="1">
                <a:solidFill>
                  <a:srgbClr val="000000"/>
                </a:solidFill>
              </a:rPr>
              <a:t>MU data is buffered and synchronized with LiDAR scan data</a:t>
            </a:r>
            <a:r>
              <a:rPr lang="en-US" altLang="zh-CN">
                <a:solidFill>
                  <a:srgbClr val="000000"/>
                </a:solidFill>
              </a:rPr>
              <a:t> to ensure a consistent snapshot of the robot's state.</a:t>
            </a:r>
            <a:endParaRPr lang="zh-CN" altLang="en-US" sz="2200">
              <a:solidFill>
                <a:srgbClr val="1757C9"/>
              </a:solidFill>
            </a:endParaRPr>
          </a:p>
        </p:txBody>
      </p:sp>
      <p:sp>
        <p:nvSpPr>
          <p:cNvPr id="10" name="文本框 9"/>
          <p:cNvSpPr txBox="1"/>
          <p:nvPr userDrawn="1"/>
        </p:nvSpPr>
        <p:spPr>
          <a:xfrm>
            <a:off x="6983969" y="3543815"/>
            <a:ext cx="5068227" cy="1405142"/>
          </a:xfrm>
          <a:prstGeom prst="rect">
            <a:avLst/>
          </a:prstGeom>
        </p:spPr>
        <p:txBody>
          <a:bodyPr wrap="square" rtlCol="0">
            <a:noAutofit/>
          </a:bodyPr>
          <a:p>
            <a:r>
              <a:rPr lang="en-US" altLang="zh-CN" sz="2200" b="1">
                <a:solidFill>
                  <a:srgbClr val="1757C9"/>
                </a:solidFill>
              </a:rPr>
              <a:t>Pose Interpolation</a:t>
            </a:r>
            <a:endParaRPr lang="en-US" altLang="zh-CN" sz="2200" b="1">
              <a:solidFill>
                <a:srgbClr val="1757C9"/>
              </a:solidFill>
            </a:endParaRPr>
          </a:p>
          <a:p>
            <a:r>
              <a:rPr lang="en-US" altLang="zh-CN" b="1">
                <a:solidFill>
                  <a:srgbClr val="000000"/>
                </a:solidFill>
              </a:rPr>
              <a:t>High</a:t>
            </a:r>
            <a:r>
              <a:rPr lang="zh-CN" altLang="en-US" b="1">
                <a:solidFill>
                  <a:srgbClr val="000000"/>
                </a:solidFill>
              </a:rPr>
              <a:t>-</a:t>
            </a:r>
            <a:r>
              <a:rPr lang="en-US" altLang="zh-CN" b="1">
                <a:solidFill>
                  <a:srgbClr val="000000"/>
                </a:solidFill>
              </a:rPr>
              <a:t>frequency odometry</a:t>
            </a:r>
            <a:r>
              <a:rPr lang="en-US" altLang="zh-CN">
                <a:solidFill>
                  <a:srgbClr val="000000"/>
                </a:solidFill>
              </a:rPr>
              <a:t> allows for pose correction even as the LiDAR scan is being received, preventing map distortion.</a:t>
            </a:r>
            <a:endParaRPr lang="zh-CN" altLang="en-US" sz="2200">
              <a:solidFill>
                <a:srgbClr val="1757C9"/>
              </a:solidFill>
            </a:endParaRPr>
          </a:p>
        </p:txBody>
      </p:sp>
      <p:sp>
        <p:nvSpPr>
          <p:cNvPr id="11" name="文本框 10"/>
          <p:cNvSpPr txBox="1"/>
          <p:nvPr userDrawn="1"/>
        </p:nvSpPr>
        <p:spPr>
          <a:xfrm>
            <a:off x="7063763" y="5309611"/>
            <a:ext cx="639120" cy="368300"/>
          </a:xfrm>
          <a:prstGeom prst="rect">
            <a:avLst/>
          </a:prstGeom>
        </p:spPr>
        <p:txBody>
          <a:bodyPr wrap="square" rtlCol="0">
            <a:noAutofit/>
          </a:bodyPr>
          <a:p>
            <a:endParaRPr lang="zh-CN" altLang="en-US"/>
          </a:p>
        </p:txBody>
      </p:sp>
      <p:sp>
        <p:nvSpPr>
          <p:cNvPr id="12" name="文本框 11"/>
          <p:cNvSpPr txBox="1"/>
          <p:nvPr userDrawn="1"/>
        </p:nvSpPr>
        <p:spPr>
          <a:xfrm>
            <a:off x="6983969" y="5010328"/>
            <a:ext cx="5068194" cy="1137796"/>
          </a:xfrm>
          <a:prstGeom prst="rect">
            <a:avLst/>
          </a:prstGeom>
        </p:spPr>
        <p:txBody>
          <a:bodyPr wrap="square" rtlCol="0" anchor="t">
            <a:noAutofit/>
          </a:bodyPr>
          <a:p>
            <a:r>
              <a:rPr lang="en-US" altLang="zh-CN" sz="2200" b="1">
                <a:solidFill>
                  <a:srgbClr val="1757C9"/>
                </a:solidFill>
              </a:rPr>
              <a:t>Coordinate Unification</a:t>
            </a:r>
            <a:endParaRPr lang="en-US" altLang="zh-CN" sz="2200" b="1">
              <a:solidFill>
                <a:srgbClr val="1757C9"/>
              </a:solidFill>
            </a:endParaRPr>
          </a:p>
          <a:p>
            <a:r>
              <a:rPr lang="en-US" altLang="zh-CN" b="1">
                <a:solidFill>
                  <a:srgbClr val="000000"/>
                </a:solidFill>
              </a:rPr>
              <a:t>Automatic conversion</a:t>
            </a:r>
            <a:r>
              <a:rPr lang="en-US" altLang="zh-CN">
                <a:solidFill>
                  <a:srgbClr val="000000"/>
                </a:solidFill>
              </a:rPr>
              <a:t> from the LiDAR's left</a:t>
            </a:r>
            <a:r>
              <a:rPr lang="zh-CN" altLang="en-US">
                <a:solidFill>
                  <a:srgbClr val="000000"/>
                </a:solidFill>
              </a:rPr>
              <a:t>-</a:t>
            </a:r>
            <a:r>
              <a:rPr lang="en-US" altLang="zh-CN">
                <a:solidFill>
                  <a:srgbClr val="000000"/>
                </a:solidFill>
              </a:rPr>
              <a:t>hand coordinate system to the screen's right</a:t>
            </a:r>
            <a:r>
              <a:rPr lang="zh-CN" altLang="en-US">
                <a:solidFill>
                  <a:srgbClr val="000000"/>
                </a:solidFill>
              </a:rPr>
              <a:t>-</a:t>
            </a:r>
            <a:r>
              <a:rPr lang="en-US" altLang="zh-CN">
                <a:solidFill>
                  <a:srgbClr val="000000"/>
                </a:solidFill>
              </a:rPr>
              <a:t>hand system is performed.</a:t>
            </a:r>
            <a:endParaRPr lang="en-US" altLang="zh-CN" sz="2200">
              <a:solidFill>
                <a:srgbClr val="1757C9"/>
              </a:solidFill>
            </a:endParaRPr>
          </a:p>
          <a:p>
            <a:endParaRPr lang="zh-CN" altLang="en-US" sz="2200">
              <a:solidFill>
                <a:srgbClr val="1757C9"/>
              </a:solidFill>
            </a:endParaRPr>
          </a:p>
        </p:txBody>
      </p:sp>
    </p:spTree>
    <p:custDataLst>
      <p:tags r:id="rId2"/>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6" name="矩形 25"/>
          <p:cNvSpPr/>
          <p:nvPr/>
        </p:nvSpPr>
        <p:spPr>
          <a:xfrm>
            <a:off x="0" y="5058701"/>
            <a:ext cx="12192000" cy="17992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pic>
        <p:nvPicPr>
          <p:cNvPr id="3" name="图片 2"/>
          <p:cNvPicPr>
            <a:picLocks noChangeAspect="1"/>
          </p:cNvPicPr>
          <p:nvPr/>
        </p:nvPicPr>
        <p:blipFill rotWithShape="1">
          <a:blip r:embed="rId1">
            <a:duotone>
              <a:schemeClr val="accent1">
                <a:shade val="45000"/>
                <a:satMod val="135000"/>
              </a:schemeClr>
              <a:prstClr val="white"/>
            </a:duotone>
          </a:blip>
          <a:srcRect t="4253" b="15909"/>
          <a:stretch>
            <a:fillRect/>
          </a:stretch>
        </p:blipFill>
        <p:spPr>
          <a:xfrm>
            <a:off x="3316771" y="788306"/>
            <a:ext cx="8179904" cy="5270215"/>
          </a:xfrm>
          <a:custGeom>
            <a:avLst/>
            <a:gdLst>
              <a:gd name="connsiteX0" fmla="*/ 0 w 2894062"/>
              <a:gd name="connsiteY0" fmla="*/ 0 h 5275802"/>
              <a:gd name="connsiteX1" fmla="*/ 2894062 w 2894062"/>
              <a:gd name="connsiteY1" fmla="*/ 0 h 5275802"/>
              <a:gd name="connsiteX2" fmla="*/ 2894062 w 2894062"/>
              <a:gd name="connsiteY2" fmla="*/ 5275802 h 5275802"/>
              <a:gd name="connsiteX3" fmla="*/ 0 w 2894062"/>
              <a:gd name="connsiteY3" fmla="*/ 5275802 h 5275802"/>
            </a:gdLst>
            <a:ahLst/>
            <a:cxnLst>
              <a:cxn ang="0">
                <a:pos x="connsiteX0" y="connsiteY0"/>
              </a:cxn>
              <a:cxn ang="0">
                <a:pos x="connsiteX1" y="connsiteY1"/>
              </a:cxn>
              <a:cxn ang="0">
                <a:pos x="connsiteX2" y="connsiteY2"/>
              </a:cxn>
              <a:cxn ang="0">
                <a:pos x="connsiteX3" y="connsiteY3"/>
              </a:cxn>
            </a:cxnLst>
            <a:rect l="l" t="t" r="r" b="b"/>
            <a:pathLst>
              <a:path w="2894062" h="5275802">
                <a:moveTo>
                  <a:pt x="0" y="0"/>
                </a:moveTo>
                <a:lnTo>
                  <a:pt x="2894062" y="0"/>
                </a:lnTo>
                <a:lnTo>
                  <a:pt x="2894062" y="5275802"/>
                </a:lnTo>
                <a:lnTo>
                  <a:pt x="0" y="5275802"/>
                </a:lnTo>
                <a:close/>
              </a:path>
            </a:pathLst>
          </a:custGeom>
          <a:ln>
            <a:noFill/>
          </a:ln>
        </p:spPr>
      </p:pic>
      <p:sp>
        <p:nvSpPr>
          <p:cNvPr id="22" name="part"/>
          <p:cNvSpPr/>
          <p:nvPr/>
        </p:nvSpPr>
        <p:spPr>
          <a:xfrm>
            <a:off x="695325" y="785512"/>
            <a:ext cx="2428875" cy="5275802"/>
          </a:xfrm>
          <a:prstGeom prst="roundRect">
            <a:avLst>
              <a:gd name="adj" fmla="val 0"/>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41" name="page"/>
          <p:cNvSpPr txBox="1"/>
          <p:nvPr/>
        </p:nvSpPr>
        <p:spPr>
          <a:xfrm>
            <a:off x="11460667" y="6385673"/>
            <a:ext cx="99386" cy="215444"/>
          </a:xfrm>
          <a:prstGeom prst="rect">
            <a:avLst/>
          </a:prstGeom>
          <a:noFill/>
        </p:spPr>
        <p:txBody>
          <a:bodyPr vert="horz" wrap="none" lIns="0" tIns="0" rIns="0" bIns="0" rtlCol="0" anchor="ctr">
            <a:spAutoFit/>
          </a:bodyP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A48DBFAF-01A5-47DE-A33F-834723B47D4E}" type="slidenum">
              <a:rPr lang="ja-JP" altLang="en-US" sz="1400" b="1" smtClean="0">
                <a:solidFill>
                  <a:schemeClr val="bg1"/>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fld>
            <a:endParaRPr lang="ja-JP" altLang="en-US" sz="1400" b="1" dirty="0">
              <a:solidFill>
                <a:schemeClr val="bg1"/>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sp>
        <p:nvSpPr>
          <p:cNvPr id="6" name="part"/>
          <p:cNvSpPr/>
          <p:nvPr/>
        </p:nvSpPr>
        <p:spPr>
          <a:xfrm flipH="1">
            <a:off x="1366520" y="2532604"/>
            <a:ext cx="1086485" cy="17849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90000" rIns="0" bIns="90000" rtlCol="0" anchor="b" anchorCtr="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lnSpc>
                <a:spcPct val="90000"/>
              </a:lnSpc>
            </a:pPr>
            <a:r>
              <a:rPr kumimoji="1" lang="en-US" altLang="zh-CN" sz="4400" b="1" dirty="0">
                <a:solidFill>
                  <a:schemeClr val="tx1">
                    <a:lumMod val="85000"/>
                    <a:lumOff val="1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Part</a:t>
            </a:r>
            <a:endParaRPr kumimoji="1" lang="en-US" altLang="zh-CN" sz="4400" b="1" dirty="0">
              <a:solidFill>
                <a:schemeClr val="tx1">
                  <a:lumMod val="85000"/>
                  <a:lumOff val="1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a:p>
            <a:pPr algn="ctr">
              <a:lnSpc>
                <a:spcPct val="90000"/>
              </a:lnSpc>
            </a:pPr>
            <a:r>
              <a:rPr kumimoji="1" lang="en-US" altLang="zh-CN" sz="7200" b="1" dirty="0">
                <a:solidFill>
                  <a:schemeClr val="accent1"/>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04</a:t>
            </a:r>
            <a:endParaRPr kumimoji="1" lang="en-US" altLang="zh-CN" sz="7200" b="1" dirty="0">
              <a:solidFill>
                <a:schemeClr val="accent1"/>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sp>
        <p:nvSpPr>
          <p:cNvPr id="8" name="矩形 7"/>
          <p:cNvSpPr/>
          <p:nvPr/>
        </p:nvSpPr>
        <p:spPr>
          <a:xfrm>
            <a:off x="695325" y="748932"/>
            <a:ext cx="2428875" cy="72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2" name="文本框 1"/>
          <p:cNvSpPr txBox="1"/>
          <p:nvPr/>
        </p:nvSpPr>
        <p:spPr>
          <a:xfrm>
            <a:off x="4030690" y="2863386"/>
            <a:ext cx="7225407" cy="818235"/>
          </a:xfrm>
          <a:prstGeom prst="rect">
            <a:avLst/>
          </a:prstGeom>
          <a:noFill/>
        </p:spPr>
        <p:txBody>
          <a:bodyPr wrap="square" rtlCol="0" anchor="t">
            <a:noAutofit/>
          </a:bodyPr>
          <a:p>
            <a:r>
              <a:rPr lang="en-US" altLang="zh-CN" sz="4400" b="1"/>
              <a:t>Software Technical Details</a:t>
            </a:r>
            <a:endParaRPr lang="en-US" altLang="zh-CN" sz="4400" b="1"/>
          </a:p>
        </p:txBody>
      </p:sp>
    </p:spTree>
    <p:custDataLst>
      <p:tags r:id="rId2"/>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479424" y="165838"/>
            <a:ext cx="11233151" cy="415290"/>
          </a:xfrm>
        </p:spPr>
        <p:txBody>
          <a:bodyPr/>
          <a:lstStyle/>
          <a:p>
            <a:r>
              <a:rPr lang="en-US" altLang="zh-CN"/>
              <a:t>Visualizer Engine Architecture</a:t>
            </a:r>
            <a:endParaRPr lang="en-US" altLang="zh-CN"/>
          </a:p>
        </p:txBody>
      </p:sp>
      <p:pic>
        <p:nvPicPr>
          <p:cNvPr id="3" name="图片 2" descr="post_object_image_324212031"/>
          <p:cNvPicPr>
            <a:picLocks noChangeAspect="1"/>
          </p:cNvPicPr>
          <p:nvPr/>
        </p:nvPicPr>
        <p:blipFill>
          <a:blip r:embed="rId2"/>
          <a:stretch>
            <a:fillRect/>
          </a:stretch>
        </p:blipFill>
        <p:spPr>
          <a:xfrm>
            <a:off x="0" y="731261"/>
            <a:ext cx="892672" cy="1002427"/>
          </a:xfrm>
          <a:prstGeom prst="rect">
            <a:avLst/>
          </a:prstGeom>
        </p:spPr>
      </p:pic>
      <p:sp>
        <p:nvSpPr>
          <p:cNvPr id="4" name="文本框 3"/>
          <p:cNvSpPr txBox="1"/>
          <p:nvPr userDrawn="1"/>
        </p:nvSpPr>
        <p:spPr>
          <a:xfrm>
            <a:off x="1406751" y="977742"/>
            <a:ext cx="9659785" cy="645160"/>
          </a:xfrm>
          <a:prstGeom prst="rect">
            <a:avLst/>
          </a:prstGeom>
        </p:spPr>
        <p:txBody>
          <a:bodyPr wrap="square" rtlCol="0" anchor="t">
            <a:noAutofit/>
          </a:bodyPr>
          <a:p>
            <a:r>
              <a:rPr lang="en-US" altLang="zh-CN" sz="2400"/>
              <a:t>A </a:t>
            </a:r>
            <a:r>
              <a:rPr lang="en-US" altLang="zh-CN" sz="2400" b="1"/>
              <a:t>multi</a:t>
            </a:r>
            <a:r>
              <a:rPr lang="zh-CN" altLang="en-US" sz="2400" b="1"/>
              <a:t>-</a:t>
            </a:r>
            <a:r>
              <a:rPr lang="en-US" altLang="zh-CN" sz="2400" b="1"/>
              <a:t>threaded design</a:t>
            </a:r>
            <a:r>
              <a:rPr lang="en-US" altLang="zh-CN" sz="2400"/>
              <a:t> in lidar_visualizer.py for maximum performance.</a:t>
            </a:r>
            <a:endParaRPr lang="zh-CN" altLang="en-US" sz="2400"/>
          </a:p>
        </p:txBody>
      </p:sp>
      <p:sp>
        <p:nvSpPr>
          <p:cNvPr id="5" name="文本框 4"/>
          <p:cNvSpPr txBox="1"/>
          <p:nvPr userDrawn="1"/>
        </p:nvSpPr>
        <p:spPr>
          <a:xfrm>
            <a:off x="2094058" y="2025155"/>
            <a:ext cx="5314999" cy="1378341"/>
          </a:xfrm>
          <a:prstGeom prst="rect">
            <a:avLst/>
          </a:prstGeom>
        </p:spPr>
        <p:txBody>
          <a:bodyPr wrap="square" rtlCol="0">
            <a:noAutofit/>
          </a:bodyPr>
          <a:p>
            <a:r>
              <a:rPr lang="en-US" altLang="zh-CN" sz="2200">
                <a:solidFill>
                  <a:srgbClr val="0070C0"/>
                </a:solidFill>
              </a:rPr>
              <a:t>1. Data Reception Thread</a:t>
            </a:r>
            <a:endParaRPr lang="en-US" altLang="zh-CN" sz="2200">
              <a:solidFill>
                <a:srgbClr val="0070C0"/>
              </a:solidFill>
            </a:endParaRPr>
          </a:p>
          <a:p>
            <a:r>
              <a:rPr lang="en-US" altLang="zh-CN">
                <a:solidFill>
                  <a:srgbClr val="000000"/>
                </a:solidFill>
              </a:rPr>
              <a:t>An </a:t>
            </a:r>
            <a:r>
              <a:rPr lang="en-US" altLang="zh-CN" b="1">
                <a:solidFill>
                  <a:srgbClr val="000000"/>
                </a:solidFill>
              </a:rPr>
              <a:t>independent thread</a:t>
            </a:r>
            <a:r>
              <a:rPr lang="en-US" altLang="zh-CN">
                <a:solidFill>
                  <a:srgbClr val="000000"/>
                </a:solidFill>
              </a:rPr>
              <a:t> solely responsible for reading and parsing data from the serial port to prevent I/O blocking.</a:t>
            </a:r>
            <a:endParaRPr lang="zh-CN" altLang="en-US">
              <a:solidFill>
                <a:srgbClr val="000000"/>
              </a:solidFill>
            </a:endParaRPr>
          </a:p>
        </p:txBody>
      </p:sp>
      <p:sp>
        <p:nvSpPr>
          <p:cNvPr id="6" name="文本框 5"/>
          <p:cNvSpPr txBox="1"/>
          <p:nvPr userDrawn="1"/>
        </p:nvSpPr>
        <p:spPr>
          <a:xfrm>
            <a:off x="2094058" y="3556842"/>
            <a:ext cx="4971941" cy="1317083"/>
          </a:xfrm>
          <a:prstGeom prst="rect">
            <a:avLst/>
          </a:prstGeom>
        </p:spPr>
        <p:txBody>
          <a:bodyPr wrap="square" rtlCol="0">
            <a:noAutofit/>
          </a:bodyPr>
          <a:p>
            <a:r>
              <a:rPr lang="en-US" altLang="zh-CN" sz="2200">
                <a:solidFill>
                  <a:srgbClr val="0070C0"/>
                </a:solidFill>
              </a:rPr>
              <a:t>2. Main Thread</a:t>
            </a:r>
            <a:endParaRPr lang="en-US" altLang="zh-CN" sz="2200">
              <a:solidFill>
                <a:srgbClr val="0070C0"/>
              </a:solidFill>
            </a:endParaRPr>
          </a:p>
          <a:p>
            <a:r>
              <a:rPr lang="en-US" altLang="zh-CN">
                <a:solidFill>
                  <a:srgbClr val="000000"/>
                </a:solidFill>
              </a:rPr>
              <a:t>Handles </a:t>
            </a:r>
            <a:r>
              <a:rPr lang="en-US" altLang="zh-CN" b="1">
                <a:solidFill>
                  <a:srgbClr val="000000"/>
                </a:solidFill>
              </a:rPr>
              <a:t>real</a:t>
            </a:r>
            <a:r>
              <a:rPr lang="zh-CN" altLang="en-US" b="1">
                <a:solidFill>
                  <a:srgbClr val="000000"/>
                </a:solidFill>
              </a:rPr>
              <a:t>-</a:t>
            </a:r>
            <a:r>
              <a:rPr lang="en-US" altLang="zh-CN" b="1">
                <a:solidFill>
                  <a:srgbClr val="000000"/>
                </a:solidFill>
              </a:rPr>
              <a:t>time visualization rendering and SLAM processing</a:t>
            </a:r>
            <a:r>
              <a:rPr lang="en-US" altLang="zh-CN">
                <a:solidFill>
                  <a:srgbClr val="000000"/>
                </a:solidFill>
              </a:rPr>
              <a:t>, ensuring the GUI remains fluid and responsive.</a:t>
            </a:r>
            <a:endParaRPr lang="zh-CN" altLang="en-US" sz="2200">
              <a:solidFill>
                <a:srgbClr val="0070C0"/>
              </a:solidFill>
            </a:endParaRPr>
          </a:p>
        </p:txBody>
      </p:sp>
      <p:sp>
        <p:nvSpPr>
          <p:cNvPr id="7" name="文本框 6"/>
          <p:cNvSpPr txBox="1"/>
          <p:nvPr userDrawn="1"/>
        </p:nvSpPr>
        <p:spPr>
          <a:xfrm>
            <a:off x="2094058" y="5023579"/>
            <a:ext cx="4971916" cy="1366967"/>
          </a:xfrm>
          <a:prstGeom prst="rect">
            <a:avLst/>
          </a:prstGeom>
        </p:spPr>
        <p:txBody>
          <a:bodyPr wrap="square" rtlCol="0">
            <a:noAutofit/>
          </a:bodyPr>
          <a:p>
            <a:r>
              <a:rPr lang="en-US" altLang="zh-CN" sz="2200">
                <a:solidFill>
                  <a:srgbClr val="0070C0"/>
                </a:solidFill>
              </a:rPr>
              <a:t>3. Shared Odom Data</a:t>
            </a:r>
            <a:endParaRPr lang="en-US" altLang="zh-CN" sz="2200">
              <a:solidFill>
                <a:srgbClr val="0070C0"/>
              </a:solidFill>
            </a:endParaRPr>
          </a:p>
          <a:p>
            <a:r>
              <a:rPr lang="en-US" altLang="zh-CN">
                <a:solidFill>
                  <a:srgbClr val="000000"/>
                </a:solidFill>
              </a:rPr>
              <a:t>A </a:t>
            </a:r>
            <a:r>
              <a:rPr lang="en-US" altLang="zh-CN" b="1">
                <a:solidFill>
                  <a:srgbClr val="000000"/>
                </a:solidFill>
              </a:rPr>
              <a:t>thread</a:t>
            </a:r>
            <a:r>
              <a:rPr lang="zh-CN" altLang="en-US" b="1">
                <a:solidFill>
                  <a:srgbClr val="000000"/>
                </a:solidFill>
              </a:rPr>
              <a:t>-</a:t>
            </a:r>
            <a:r>
              <a:rPr lang="en-US" altLang="zh-CN" b="1">
                <a:solidFill>
                  <a:srgbClr val="000000"/>
                </a:solidFill>
              </a:rPr>
              <a:t>safe buffer</a:t>
            </a:r>
            <a:r>
              <a:rPr lang="en-US" altLang="zh-CN">
                <a:solidFill>
                  <a:srgbClr val="000000"/>
                </a:solidFill>
              </a:rPr>
              <a:t> that allows the RX thread to deposit odometry data for the main thread to consume without race conditions.</a:t>
            </a:r>
            <a:endParaRPr lang="zh-CN" altLang="en-US" sz="2200">
              <a:solidFill>
                <a:srgbClr val="0070C0"/>
              </a:solidFill>
            </a:endParaRPr>
          </a:p>
        </p:txBody>
      </p:sp>
      <p:pic>
        <p:nvPicPr>
          <p:cNvPr id="9" name="图片 8" descr="post_object_image_4285562489"/>
          <p:cNvPicPr>
            <a:picLocks noChangeAspect="1"/>
          </p:cNvPicPr>
          <p:nvPr/>
        </p:nvPicPr>
        <p:blipFill>
          <a:blip r:embed="rId3"/>
          <a:stretch>
            <a:fillRect/>
          </a:stretch>
        </p:blipFill>
        <p:spPr>
          <a:xfrm>
            <a:off x="1290115" y="2075089"/>
            <a:ext cx="704218" cy="704218"/>
          </a:xfrm>
          <a:prstGeom prst="rect">
            <a:avLst/>
          </a:prstGeom>
        </p:spPr>
      </p:pic>
      <p:pic>
        <p:nvPicPr>
          <p:cNvPr id="11" name="图片 10" descr="post_object_image_3533244881"/>
          <p:cNvPicPr>
            <a:picLocks noChangeAspect="1"/>
          </p:cNvPicPr>
          <p:nvPr/>
        </p:nvPicPr>
        <p:blipFill>
          <a:blip r:embed="rId4"/>
          <a:stretch>
            <a:fillRect/>
          </a:stretch>
        </p:blipFill>
        <p:spPr>
          <a:xfrm>
            <a:off x="1489170" y="2294730"/>
            <a:ext cx="355949" cy="264892"/>
          </a:xfrm>
          <a:prstGeom prst="rect">
            <a:avLst/>
          </a:prstGeom>
        </p:spPr>
      </p:pic>
      <p:pic>
        <p:nvPicPr>
          <p:cNvPr id="12" name="图片 11" descr="post_object_image_2065310920"/>
          <p:cNvPicPr>
            <a:picLocks noChangeAspect="1"/>
          </p:cNvPicPr>
          <p:nvPr/>
        </p:nvPicPr>
        <p:blipFill>
          <a:blip r:embed="rId3"/>
          <a:stretch>
            <a:fillRect/>
          </a:stretch>
        </p:blipFill>
        <p:spPr>
          <a:xfrm>
            <a:off x="1290115" y="3636162"/>
            <a:ext cx="704174" cy="704218"/>
          </a:xfrm>
          <a:prstGeom prst="rect">
            <a:avLst/>
          </a:prstGeom>
        </p:spPr>
      </p:pic>
      <p:pic>
        <p:nvPicPr>
          <p:cNvPr id="13" name="图片 12" descr="post_object_image_3171534037"/>
          <p:cNvPicPr>
            <a:picLocks noChangeAspect="1"/>
          </p:cNvPicPr>
          <p:nvPr/>
        </p:nvPicPr>
        <p:blipFill>
          <a:blip r:embed="rId5"/>
          <a:stretch>
            <a:fillRect/>
          </a:stretch>
        </p:blipFill>
        <p:spPr>
          <a:xfrm>
            <a:off x="1431764" y="3770325"/>
            <a:ext cx="420876" cy="435890"/>
          </a:xfrm>
          <a:prstGeom prst="rect">
            <a:avLst/>
          </a:prstGeom>
        </p:spPr>
      </p:pic>
      <p:pic>
        <p:nvPicPr>
          <p:cNvPr id="14" name="图片 13" descr="post_object_image_488087894"/>
          <p:cNvPicPr>
            <a:picLocks noChangeAspect="1"/>
          </p:cNvPicPr>
          <p:nvPr/>
        </p:nvPicPr>
        <p:blipFill>
          <a:blip r:embed="rId3"/>
          <a:stretch>
            <a:fillRect/>
          </a:stretch>
        </p:blipFill>
        <p:spPr>
          <a:xfrm>
            <a:off x="1290115" y="5127494"/>
            <a:ext cx="709889" cy="709889"/>
          </a:xfrm>
          <a:prstGeom prst="rect">
            <a:avLst/>
          </a:prstGeom>
        </p:spPr>
      </p:pic>
      <p:pic>
        <p:nvPicPr>
          <p:cNvPr id="15" name="图片 14" descr="post_object_image_3115211023"/>
          <p:cNvPicPr>
            <a:picLocks noChangeAspect="1"/>
          </p:cNvPicPr>
          <p:nvPr/>
        </p:nvPicPr>
        <p:blipFill>
          <a:blip r:embed="rId6"/>
          <a:stretch>
            <a:fillRect/>
          </a:stretch>
        </p:blipFill>
        <p:spPr>
          <a:xfrm>
            <a:off x="1461227" y="5277632"/>
            <a:ext cx="361950" cy="409575"/>
          </a:xfrm>
          <a:prstGeom prst="rect">
            <a:avLst/>
          </a:prstGeom>
        </p:spPr>
      </p:pic>
      <p:sp>
        <p:nvSpPr>
          <p:cNvPr id="16" name="文本框 15"/>
          <p:cNvSpPr txBox="1"/>
          <p:nvPr userDrawn="1"/>
        </p:nvSpPr>
        <p:spPr>
          <a:xfrm>
            <a:off x="7875927" y="1655336"/>
            <a:ext cx="3274533" cy="369570"/>
          </a:xfrm>
          <a:prstGeom prst="rect">
            <a:avLst/>
          </a:prstGeom>
        </p:spPr>
        <p:txBody>
          <a:bodyPr wrap="square" rtlCol="0" anchor="t">
            <a:noAutofit/>
          </a:bodyPr>
          <a:p>
            <a:r>
              <a:rPr lang="en-US" altLang="zh-CN" sz="2200">
                <a:solidFill>
                  <a:srgbClr val="1757C9"/>
                </a:solidFill>
              </a:rPr>
              <a:t>Performance Metrics</a:t>
            </a:r>
            <a:endParaRPr lang="zh-CN" altLang="en-US" sz="2200">
              <a:solidFill>
                <a:srgbClr val="1757C9"/>
              </a:solidFill>
            </a:endParaRPr>
          </a:p>
        </p:txBody>
      </p:sp>
      <p:sp>
        <p:nvSpPr>
          <p:cNvPr id="17" name="文本框 16"/>
          <p:cNvSpPr txBox="1"/>
          <p:nvPr userDrawn="1"/>
        </p:nvSpPr>
        <p:spPr>
          <a:xfrm>
            <a:off x="8464645" y="2224908"/>
            <a:ext cx="1651635" cy="706755"/>
          </a:xfrm>
          <a:prstGeom prst="rect">
            <a:avLst/>
          </a:prstGeom>
        </p:spPr>
        <p:txBody>
          <a:bodyPr wrap="none" rtlCol="0">
            <a:spAutoFit/>
          </a:bodyPr>
          <a:p>
            <a:r>
              <a:rPr lang="en-US" altLang="zh-CN" sz="4000">
                <a:solidFill>
                  <a:srgbClr val="1757C9"/>
                </a:solidFill>
              </a:rPr>
              <a:t>166Hz</a:t>
            </a:r>
            <a:endParaRPr lang="zh-CN" altLang="en-US" sz="4000">
              <a:solidFill>
                <a:srgbClr val="1757C9"/>
              </a:solidFill>
            </a:endParaRPr>
          </a:p>
        </p:txBody>
      </p:sp>
      <p:sp>
        <p:nvSpPr>
          <p:cNvPr id="18" name="文本框 17"/>
          <p:cNvSpPr txBox="1"/>
          <p:nvPr userDrawn="1"/>
        </p:nvSpPr>
        <p:spPr>
          <a:xfrm>
            <a:off x="8113169" y="2712844"/>
            <a:ext cx="2354580" cy="368300"/>
          </a:xfrm>
          <a:prstGeom prst="rect">
            <a:avLst/>
          </a:prstGeom>
        </p:spPr>
        <p:txBody>
          <a:bodyPr wrap="none" rtlCol="0">
            <a:spAutoFit/>
          </a:bodyPr>
          <a:p>
            <a:r>
              <a:rPr lang="en-US" altLang="zh-CN"/>
              <a:t>UI Update Frequency</a:t>
            </a:r>
            <a:endParaRPr lang="zh-CN" altLang="en-US"/>
          </a:p>
        </p:txBody>
      </p:sp>
      <p:sp>
        <p:nvSpPr>
          <p:cNvPr id="19" name="文本框 18"/>
          <p:cNvSpPr txBox="1"/>
          <p:nvPr userDrawn="1"/>
        </p:nvSpPr>
        <p:spPr>
          <a:xfrm>
            <a:off x="8789444" y="3432731"/>
            <a:ext cx="1002030" cy="706755"/>
          </a:xfrm>
          <a:prstGeom prst="rect">
            <a:avLst/>
          </a:prstGeom>
        </p:spPr>
        <p:txBody>
          <a:bodyPr wrap="none" rtlCol="0">
            <a:spAutoFit/>
          </a:bodyPr>
          <a:p>
            <a:r>
              <a:rPr lang="en-US" altLang="zh-CN" sz="4000">
                <a:solidFill>
                  <a:srgbClr val="1757C9"/>
                </a:solidFill>
              </a:rPr>
              <a:t>15k</a:t>
            </a:r>
            <a:endParaRPr lang="zh-CN" altLang="en-US" sz="4000">
              <a:solidFill>
                <a:srgbClr val="1757C9"/>
              </a:solidFill>
            </a:endParaRPr>
          </a:p>
        </p:txBody>
      </p:sp>
      <p:sp>
        <p:nvSpPr>
          <p:cNvPr id="20" name="文本框 19"/>
          <p:cNvSpPr txBox="1"/>
          <p:nvPr userDrawn="1"/>
        </p:nvSpPr>
        <p:spPr>
          <a:xfrm>
            <a:off x="8012151" y="4059771"/>
            <a:ext cx="2659380" cy="369570"/>
          </a:xfrm>
          <a:prstGeom prst="rect">
            <a:avLst/>
          </a:prstGeom>
        </p:spPr>
        <p:txBody>
          <a:bodyPr wrap="square" rtlCol="0">
            <a:noAutofit/>
          </a:bodyPr>
          <a:p>
            <a:r>
              <a:rPr lang="en-US" altLang="zh-CN"/>
              <a:t>Data Packets per Frame</a:t>
            </a:r>
            <a:endParaRPr lang="zh-CN" altLang="en-US"/>
          </a:p>
        </p:txBody>
      </p:sp>
      <p:sp>
        <p:nvSpPr>
          <p:cNvPr id="21" name="文本框 20"/>
          <p:cNvSpPr txBox="1"/>
          <p:nvPr/>
        </p:nvSpPr>
        <p:spPr>
          <a:xfrm>
            <a:off x="6767539" y="4694317"/>
            <a:ext cx="4902572" cy="1247542"/>
          </a:xfrm>
          <a:prstGeom prst="rect">
            <a:avLst/>
          </a:prstGeom>
          <a:noFill/>
        </p:spPr>
        <p:txBody>
          <a:bodyPr wrap="square" rtlCol="0" anchor="t">
            <a:noAutofit/>
          </a:bodyPr>
          <a:p>
            <a:pPr algn="ctr"/>
            <a:r>
              <a:rPr lang="en-US" altLang="zh-CN" sz="4000">
                <a:solidFill>
                  <a:srgbClr val="1757C9"/>
                </a:solidFill>
              </a:rPr>
              <a:t>Independent thread processing</a:t>
            </a:r>
            <a:endParaRPr lang="en-US" altLang="zh-CN" sz="4000">
              <a:solidFill>
                <a:srgbClr val="1757C9"/>
              </a:solidFill>
            </a:endParaRPr>
          </a:p>
        </p:txBody>
      </p:sp>
      <p:sp>
        <p:nvSpPr>
          <p:cNvPr id="22" name="文本框 21"/>
          <p:cNvSpPr txBox="1"/>
          <p:nvPr/>
        </p:nvSpPr>
        <p:spPr>
          <a:xfrm>
            <a:off x="8104698" y="5866610"/>
            <a:ext cx="2474285" cy="349616"/>
          </a:xfrm>
          <a:prstGeom prst="rect">
            <a:avLst/>
          </a:prstGeom>
          <a:noFill/>
        </p:spPr>
        <p:txBody>
          <a:bodyPr wrap="square" rtlCol="0" anchor="t">
            <a:noAutofit/>
          </a:bodyPr>
          <a:p>
            <a:r>
              <a:rPr lang="en-US" altLang="zh-CN"/>
              <a:t>Multi-Core Utilization</a:t>
            </a:r>
            <a:endParaRPr lang="en-US" altLang="zh-CN"/>
          </a:p>
        </p:txBody>
      </p:sp>
    </p:spTree>
    <p:custDataLst>
      <p:tags r:id="rId7"/>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479424" y="165839"/>
            <a:ext cx="11233151" cy="415290"/>
          </a:xfrm>
        </p:spPr>
        <p:txBody>
          <a:bodyPr/>
          <a:lstStyle/>
          <a:p>
            <a:r>
              <a:rPr lang="en-US" altLang="zh-CN"/>
              <a:t>SLAM Algorithm (SimpleGridSLAM Class)</a:t>
            </a:r>
            <a:endParaRPr lang="en-US" altLang="zh-CN"/>
          </a:p>
        </p:txBody>
      </p:sp>
      <p:sp>
        <p:nvSpPr>
          <p:cNvPr id="3" name="文本框 2"/>
          <p:cNvSpPr txBox="1"/>
          <p:nvPr userDrawn="1"/>
        </p:nvSpPr>
        <p:spPr>
          <a:xfrm>
            <a:off x="6310170" y="1551667"/>
            <a:ext cx="5567671" cy="1388960"/>
          </a:xfrm>
          <a:prstGeom prst="rect">
            <a:avLst/>
          </a:prstGeom>
        </p:spPr>
        <p:txBody>
          <a:bodyPr wrap="square" rtlCol="0">
            <a:noAutofit/>
          </a:bodyPr>
          <a:p>
            <a:r>
              <a:rPr lang="en-US" altLang="zh-CN" sz="2200" b="1">
                <a:solidFill>
                  <a:srgbClr val="0070C0"/>
                </a:solidFill>
              </a:rPr>
              <a:t>Grid map construction</a:t>
            </a:r>
            <a:endParaRPr lang="en-US" altLang="zh-CN" sz="2200" b="1">
              <a:solidFill>
                <a:srgbClr val="0070C0"/>
              </a:solidFill>
            </a:endParaRPr>
          </a:p>
          <a:p>
            <a:r>
              <a:rPr lang="en-US" altLang="zh-CN">
                <a:solidFill>
                  <a:srgbClr val="000000"/>
                </a:solidFill>
              </a:rPr>
              <a:t>Map size: 500×500 raster</a:t>
            </a:r>
            <a:endParaRPr lang="en-US" altLang="zh-CN">
              <a:solidFill>
                <a:srgbClr val="000000"/>
              </a:solidFill>
            </a:endParaRPr>
          </a:p>
          <a:p>
            <a:r>
              <a:rPr lang="en-US" altLang="zh-CN">
                <a:solidFill>
                  <a:srgbClr val="000000"/>
                </a:solidFill>
              </a:rPr>
              <a:t>Resolution: 5cm per grid</a:t>
            </a:r>
            <a:endParaRPr lang="en-US" altLang="zh-CN">
              <a:solidFill>
                <a:srgbClr val="000000"/>
              </a:solidFill>
            </a:endParaRPr>
          </a:p>
          <a:p>
            <a:r>
              <a:rPr lang="en-US" altLang="zh-CN">
                <a:solidFill>
                  <a:srgbClr val="000000"/>
                </a:solidFill>
              </a:rPr>
              <a:t>Probability Update: Cumulative weight of obstacles</a:t>
            </a:r>
            <a:endParaRPr lang="zh-CN" altLang="en-US">
              <a:solidFill>
                <a:srgbClr val="000000"/>
              </a:solidFill>
            </a:endParaRPr>
          </a:p>
        </p:txBody>
      </p:sp>
      <p:sp>
        <p:nvSpPr>
          <p:cNvPr id="5" name="文本框 4"/>
          <p:cNvSpPr txBox="1"/>
          <p:nvPr userDrawn="1"/>
        </p:nvSpPr>
        <p:spPr>
          <a:xfrm>
            <a:off x="742499" y="3782182"/>
            <a:ext cx="5125112" cy="2091690"/>
          </a:xfrm>
          <a:prstGeom prst="rect">
            <a:avLst/>
          </a:prstGeom>
        </p:spPr>
        <p:txBody>
          <a:bodyPr wrap="square" rtlCol="0">
            <a:spAutoFit/>
          </a:bodyPr>
          <a:p>
            <a:r>
              <a:rPr lang="en-US" altLang="zh-CN" sz="2200" b="1">
                <a:solidFill>
                  <a:srgbClr val="0070C0"/>
                </a:solidFill>
              </a:rPr>
              <a:t>Intelligent filtering</a:t>
            </a:r>
            <a:endParaRPr lang="en-US" altLang="zh-CN" sz="2200" b="1">
              <a:solidFill>
                <a:srgbClr val="0070C0"/>
              </a:solidFill>
            </a:endParaRPr>
          </a:p>
          <a:p>
            <a:r>
              <a:rPr lang="en-US" altLang="zh-CN"/>
              <a:t>Rotation detection filtering: Prevents trailing in mapping during rotation</a:t>
            </a:r>
            <a:endParaRPr lang="en-US" altLang="zh-CN"/>
          </a:p>
          <a:p>
            <a:r>
              <a:rPr lang="en-US" altLang="zh-CN"/>
              <a:t>Motion prediction filtering: Eliminate historical point trailing</a:t>
            </a:r>
            <a:endParaRPr lang="en-US" altLang="zh-CN"/>
          </a:p>
          <a:p>
            <a:r>
              <a:rPr lang="en-US" altLang="zh-CN"/>
              <a:t>Overlap protection mechanism: Protecting the characteristics of the real environment</a:t>
            </a:r>
            <a:endParaRPr lang="zh-CN" altLang="en-US"/>
          </a:p>
        </p:txBody>
      </p:sp>
      <p:sp>
        <p:nvSpPr>
          <p:cNvPr id="6" name="文本框 5"/>
          <p:cNvSpPr txBox="1"/>
          <p:nvPr userDrawn="1"/>
        </p:nvSpPr>
        <p:spPr>
          <a:xfrm>
            <a:off x="742499" y="1551667"/>
            <a:ext cx="4953799" cy="429895"/>
          </a:xfrm>
          <a:prstGeom prst="rect">
            <a:avLst/>
          </a:prstGeom>
        </p:spPr>
        <p:txBody>
          <a:bodyPr wrap="square" rtlCol="0">
            <a:spAutoFit/>
          </a:bodyPr>
          <a:p>
            <a:r>
              <a:rPr lang="en-US" altLang="zh-CN" sz="2200" b="1">
                <a:solidFill>
                  <a:srgbClr val="0070C0"/>
                </a:solidFill>
              </a:rPr>
              <a:t>Coordinate system unification</a:t>
            </a:r>
            <a:endParaRPr lang="zh-CN" altLang="en-US" sz="2200" b="1">
              <a:solidFill>
                <a:srgbClr val="0070C0"/>
              </a:solidFill>
            </a:endParaRPr>
          </a:p>
        </p:txBody>
      </p:sp>
      <p:pic>
        <p:nvPicPr>
          <p:cNvPr id="7" name="图片 6" descr="post_object_image_2977282001"/>
          <p:cNvPicPr>
            <a:picLocks noChangeAspect="1"/>
          </p:cNvPicPr>
          <p:nvPr/>
        </p:nvPicPr>
        <p:blipFill>
          <a:blip r:embed="rId2"/>
          <a:stretch>
            <a:fillRect/>
          </a:stretch>
        </p:blipFill>
        <p:spPr>
          <a:xfrm>
            <a:off x="885260" y="2196338"/>
            <a:ext cx="3045987" cy="1363378"/>
          </a:xfrm>
          <a:prstGeom prst="rect">
            <a:avLst/>
          </a:prstGeom>
        </p:spPr>
      </p:pic>
      <p:pic>
        <p:nvPicPr>
          <p:cNvPr id="8" name="图片 7" descr="post_object_image_1226564528"/>
          <p:cNvPicPr>
            <a:picLocks noChangeAspect="1"/>
          </p:cNvPicPr>
          <p:nvPr/>
        </p:nvPicPr>
        <p:blipFill>
          <a:blip r:embed="rId3"/>
          <a:stretch>
            <a:fillRect/>
          </a:stretch>
        </p:blipFill>
        <p:spPr>
          <a:xfrm>
            <a:off x="6140381" y="3212940"/>
            <a:ext cx="5396537" cy="3230231"/>
          </a:xfrm>
          <a:prstGeom prst="rect">
            <a:avLst/>
          </a:prstGeom>
        </p:spPr>
      </p:pic>
    </p:spTree>
    <p:custDataLst>
      <p:tags r:id="rId4"/>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479424" y="165839"/>
            <a:ext cx="11233151" cy="415290"/>
          </a:xfrm>
        </p:spPr>
        <p:txBody>
          <a:bodyPr/>
          <a:lstStyle/>
          <a:p>
            <a:r>
              <a:rPr lang="en-US" altLang="zh-CN"/>
              <a:t>Frontier Detection </a:t>
            </a:r>
            <a:r>
              <a:t>&amp; </a:t>
            </a:r>
            <a:r>
              <a:rPr lang="en-US" altLang="zh-CN"/>
              <a:t>Selection Logic</a:t>
            </a:r>
            <a:endParaRPr lang="en-US" altLang="zh-CN"/>
          </a:p>
        </p:txBody>
      </p:sp>
      <p:sp>
        <p:nvSpPr>
          <p:cNvPr id="3" name="文本框 2"/>
          <p:cNvSpPr txBox="1"/>
          <p:nvPr userDrawn="1"/>
        </p:nvSpPr>
        <p:spPr>
          <a:xfrm>
            <a:off x="548811" y="2915142"/>
            <a:ext cx="2981445" cy="1974378"/>
          </a:xfrm>
          <a:prstGeom prst="rect">
            <a:avLst/>
          </a:prstGeom>
        </p:spPr>
        <p:txBody>
          <a:bodyPr wrap="square" rtlCol="0">
            <a:noAutofit/>
          </a:bodyPr>
          <a:p>
            <a:r>
              <a:rPr lang="en-US" altLang="zh-CN" sz="2200" b="1">
                <a:solidFill>
                  <a:srgbClr val="00B0F0"/>
                </a:solidFill>
              </a:rPr>
              <a:t>Data Preprocessing</a:t>
            </a:r>
            <a:endParaRPr lang="en-US" altLang="zh-CN" sz="2200" b="1">
              <a:solidFill>
                <a:srgbClr val="00B0F0"/>
              </a:solidFill>
            </a:endParaRPr>
          </a:p>
          <a:p>
            <a:r>
              <a:rPr lang="en-US" altLang="zh-CN" b="1">
                <a:solidFill>
                  <a:srgbClr val="000000"/>
                </a:solidFill>
              </a:rPr>
              <a:t>LiDAR data undergoes dual distance correction, quality filtering, and time</a:t>
            </a:r>
            <a:r>
              <a:rPr lang="zh-CN" altLang="en-US" b="1">
                <a:solidFill>
                  <a:srgbClr val="000000"/>
                </a:solidFill>
              </a:rPr>
              <a:t>-</a:t>
            </a:r>
            <a:r>
              <a:rPr lang="en-US" altLang="zh-CN" b="1">
                <a:solidFill>
                  <a:srgbClr val="000000"/>
                </a:solidFill>
              </a:rPr>
              <a:t>windowing.</a:t>
            </a:r>
            <a:endParaRPr lang="zh-CN" altLang="en-US" sz="2400" b="1">
              <a:solidFill>
                <a:srgbClr val="00B0F0"/>
              </a:solidFill>
            </a:endParaRPr>
          </a:p>
        </p:txBody>
      </p:sp>
      <p:pic>
        <p:nvPicPr>
          <p:cNvPr id="4" name="图片 3" descr="post_object_image_1895012051"/>
          <p:cNvPicPr>
            <a:picLocks noChangeAspect="1"/>
          </p:cNvPicPr>
          <p:nvPr/>
        </p:nvPicPr>
        <p:blipFill>
          <a:blip r:embed="rId2"/>
          <a:stretch>
            <a:fillRect/>
          </a:stretch>
        </p:blipFill>
        <p:spPr>
          <a:xfrm>
            <a:off x="3695830" y="3160701"/>
            <a:ext cx="390525" cy="676275"/>
          </a:xfrm>
          <a:prstGeom prst="rect">
            <a:avLst/>
          </a:prstGeom>
        </p:spPr>
      </p:pic>
      <p:sp>
        <p:nvSpPr>
          <p:cNvPr id="5" name="文本框 4"/>
          <p:cNvSpPr txBox="1"/>
          <p:nvPr userDrawn="1"/>
        </p:nvSpPr>
        <p:spPr>
          <a:xfrm>
            <a:off x="4739132" y="3004934"/>
            <a:ext cx="3330815" cy="1325326"/>
          </a:xfrm>
          <a:prstGeom prst="rect">
            <a:avLst/>
          </a:prstGeom>
        </p:spPr>
        <p:txBody>
          <a:bodyPr wrap="square" rtlCol="0">
            <a:noAutofit/>
          </a:bodyPr>
          <a:p>
            <a:r>
              <a:rPr lang="en-US" altLang="zh-CN" sz="2200" b="1">
                <a:solidFill>
                  <a:srgbClr val="00B0F0"/>
                </a:solidFill>
              </a:rPr>
              <a:t>Environmental Perception</a:t>
            </a:r>
            <a:endParaRPr lang="en-US" altLang="zh-CN" sz="2200" b="1">
              <a:solidFill>
                <a:srgbClr val="00B0F0"/>
              </a:solidFill>
            </a:endParaRPr>
          </a:p>
          <a:p>
            <a:r>
              <a:rPr lang="en-US" altLang="zh-CN" b="1">
                <a:solidFill>
                  <a:srgbClr val="000000"/>
                </a:solidFill>
              </a:rPr>
              <a:t>Detects open areas (&gt;5m) as potential exits and recognizes obstacles from point clouds.</a:t>
            </a:r>
            <a:endParaRPr lang="zh-CN" altLang="en-US" b="1">
              <a:solidFill>
                <a:srgbClr val="000000"/>
              </a:solidFill>
            </a:endParaRPr>
          </a:p>
        </p:txBody>
      </p:sp>
      <p:pic>
        <p:nvPicPr>
          <p:cNvPr id="6" name="图片 5" descr="post_object_image_1866655399"/>
          <p:cNvPicPr>
            <a:picLocks noChangeAspect="1"/>
          </p:cNvPicPr>
          <p:nvPr/>
        </p:nvPicPr>
        <p:blipFill>
          <a:blip r:embed="rId2"/>
          <a:stretch>
            <a:fillRect/>
          </a:stretch>
        </p:blipFill>
        <p:spPr>
          <a:xfrm>
            <a:off x="8135575" y="3160700"/>
            <a:ext cx="390525" cy="676275"/>
          </a:xfrm>
          <a:prstGeom prst="rect">
            <a:avLst/>
          </a:prstGeom>
        </p:spPr>
      </p:pic>
      <p:sp>
        <p:nvSpPr>
          <p:cNvPr id="7" name="文本框 6"/>
          <p:cNvSpPr txBox="1"/>
          <p:nvPr userDrawn="1"/>
        </p:nvSpPr>
        <p:spPr>
          <a:xfrm>
            <a:off x="9168901" y="3004959"/>
            <a:ext cx="2603996" cy="1624635"/>
          </a:xfrm>
          <a:prstGeom prst="rect">
            <a:avLst/>
          </a:prstGeom>
        </p:spPr>
        <p:txBody>
          <a:bodyPr wrap="square" rtlCol="0">
            <a:noAutofit/>
          </a:bodyPr>
          <a:p>
            <a:r>
              <a:rPr lang="en-US" altLang="zh-CN" sz="2200" b="1">
                <a:solidFill>
                  <a:srgbClr val="00B0F0"/>
                </a:solidFill>
              </a:rPr>
              <a:t>Path Planning</a:t>
            </a:r>
            <a:endParaRPr lang="en-US" altLang="zh-CN" sz="2200" b="1">
              <a:solidFill>
                <a:srgbClr val="00B0F0"/>
              </a:solidFill>
            </a:endParaRPr>
          </a:p>
          <a:p>
            <a:r>
              <a:rPr lang="en-US" altLang="zh-CN" b="1">
                <a:solidFill>
                  <a:srgbClr val="000000"/>
                </a:solidFill>
              </a:rPr>
              <a:t>The A* algorithm plans the optimal route to the selected frontier on the grid map.</a:t>
            </a:r>
            <a:endParaRPr lang="zh-CN" altLang="en-US" sz="2200" b="1">
              <a:solidFill>
                <a:srgbClr val="00B0F0"/>
              </a:solidFill>
            </a:endParaRPr>
          </a:p>
        </p:txBody>
      </p:sp>
      <p:pic>
        <p:nvPicPr>
          <p:cNvPr id="8" name="图片 7" descr="post_object_image_1417092123"/>
          <p:cNvPicPr>
            <a:picLocks noChangeAspect="1"/>
          </p:cNvPicPr>
          <p:nvPr/>
        </p:nvPicPr>
        <p:blipFill>
          <a:blip r:embed="rId3"/>
          <a:stretch>
            <a:fillRect/>
          </a:stretch>
        </p:blipFill>
        <p:spPr>
          <a:xfrm>
            <a:off x="1316066" y="1741923"/>
            <a:ext cx="800100" cy="800100"/>
          </a:xfrm>
          <a:prstGeom prst="rect">
            <a:avLst/>
          </a:prstGeom>
        </p:spPr>
      </p:pic>
      <p:pic>
        <p:nvPicPr>
          <p:cNvPr id="9" name="图片 8" descr="post_object_image_3795636581"/>
          <p:cNvPicPr>
            <a:picLocks noChangeAspect="1"/>
          </p:cNvPicPr>
          <p:nvPr/>
        </p:nvPicPr>
        <p:blipFill>
          <a:blip r:embed="rId4"/>
          <a:stretch>
            <a:fillRect/>
          </a:stretch>
        </p:blipFill>
        <p:spPr>
          <a:xfrm>
            <a:off x="5786403" y="1741877"/>
            <a:ext cx="1038225" cy="800100"/>
          </a:xfrm>
          <a:prstGeom prst="rect">
            <a:avLst/>
          </a:prstGeom>
        </p:spPr>
      </p:pic>
      <p:pic>
        <p:nvPicPr>
          <p:cNvPr id="10" name="图片 9" descr="post_object_image_1625255927"/>
          <p:cNvPicPr>
            <a:picLocks noChangeAspect="1"/>
          </p:cNvPicPr>
          <p:nvPr/>
        </p:nvPicPr>
        <p:blipFill>
          <a:blip r:embed="rId5"/>
          <a:stretch>
            <a:fillRect/>
          </a:stretch>
        </p:blipFill>
        <p:spPr>
          <a:xfrm>
            <a:off x="9958822" y="1627629"/>
            <a:ext cx="914400" cy="914400"/>
          </a:xfrm>
          <a:prstGeom prst="rect">
            <a:avLst/>
          </a:prstGeom>
        </p:spPr>
      </p:pic>
    </p:spTree>
    <p:custDataLst>
      <p:tags r:id="rId6"/>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479424" y="165839"/>
            <a:ext cx="11233151" cy="415290"/>
          </a:xfrm>
        </p:spPr>
        <p:txBody>
          <a:bodyPr/>
          <a:lstStyle/>
          <a:p>
            <a:r>
              <a:rPr lang="en-US" altLang="zh-CN"/>
              <a:t>Frontier Detection &amp; Selection: Detailed Explanation</a:t>
            </a:r>
            <a:endParaRPr lang="en-US" altLang="zh-CN"/>
          </a:p>
        </p:txBody>
      </p:sp>
      <p:sp>
        <p:nvSpPr>
          <p:cNvPr id="3" name="文本框 2"/>
          <p:cNvSpPr txBox="1"/>
          <p:nvPr userDrawn="1"/>
        </p:nvSpPr>
        <p:spPr>
          <a:xfrm>
            <a:off x="3242589" y="1348760"/>
            <a:ext cx="309880" cy="368300"/>
          </a:xfrm>
          <a:prstGeom prst="rect">
            <a:avLst/>
          </a:prstGeom>
        </p:spPr>
        <p:txBody>
          <a:bodyPr wrap="none" rtlCol="0">
            <a:spAutoFit/>
          </a:bodyPr>
          <a:p>
            <a:pPr algn="l"/>
            <a:endParaRPr lang="zh-CN" altLang="en-US"/>
          </a:p>
        </p:txBody>
      </p:sp>
      <p:pic>
        <p:nvPicPr>
          <p:cNvPr id="5" name="图片 4" descr="post_object_image_693556485"/>
          <p:cNvPicPr>
            <a:picLocks noChangeAspect="1"/>
          </p:cNvPicPr>
          <p:nvPr/>
        </p:nvPicPr>
        <p:blipFill>
          <a:blip r:embed="rId2"/>
          <a:stretch>
            <a:fillRect/>
          </a:stretch>
        </p:blipFill>
        <p:spPr>
          <a:xfrm>
            <a:off x="0" y="741238"/>
            <a:ext cx="868957" cy="975796"/>
          </a:xfrm>
          <a:prstGeom prst="rect">
            <a:avLst/>
          </a:prstGeom>
        </p:spPr>
      </p:pic>
      <p:pic>
        <p:nvPicPr>
          <p:cNvPr id="8" name="图片 7" descr="post_object_image_393137741"/>
          <p:cNvPicPr>
            <a:picLocks noChangeAspect="1"/>
          </p:cNvPicPr>
          <p:nvPr/>
        </p:nvPicPr>
        <p:blipFill>
          <a:blip r:embed="rId3"/>
          <a:stretch>
            <a:fillRect/>
          </a:stretch>
        </p:blipFill>
        <p:spPr>
          <a:xfrm>
            <a:off x="6156960" y="1717040"/>
            <a:ext cx="76200" cy="4092575"/>
          </a:xfrm>
          <a:prstGeom prst="rect">
            <a:avLst/>
          </a:prstGeom>
        </p:spPr>
      </p:pic>
      <p:pic>
        <p:nvPicPr>
          <p:cNvPr id="9" name="图片 8" descr="post_object_image_1684765372"/>
          <p:cNvPicPr>
            <a:picLocks noChangeAspect="1"/>
          </p:cNvPicPr>
          <p:nvPr/>
        </p:nvPicPr>
        <p:blipFill>
          <a:blip r:embed="rId4"/>
          <a:stretch>
            <a:fillRect/>
          </a:stretch>
        </p:blipFill>
        <p:spPr>
          <a:xfrm>
            <a:off x="6214347" y="1632628"/>
            <a:ext cx="527881" cy="527881"/>
          </a:xfrm>
          <a:prstGeom prst="rect">
            <a:avLst/>
          </a:prstGeom>
        </p:spPr>
      </p:pic>
      <p:pic>
        <p:nvPicPr>
          <p:cNvPr id="10" name="图片 9" descr="post_object_image_3442420905"/>
          <p:cNvPicPr>
            <a:picLocks noChangeAspect="1"/>
          </p:cNvPicPr>
          <p:nvPr/>
        </p:nvPicPr>
        <p:blipFill>
          <a:blip r:embed="rId5"/>
          <a:stretch>
            <a:fillRect/>
          </a:stretch>
        </p:blipFill>
        <p:spPr>
          <a:xfrm>
            <a:off x="6307052" y="1740046"/>
            <a:ext cx="338399" cy="308973"/>
          </a:xfrm>
          <a:prstGeom prst="rect">
            <a:avLst/>
          </a:prstGeom>
        </p:spPr>
      </p:pic>
      <p:pic>
        <p:nvPicPr>
          <p:cNvPr id="11" name="图片 10" descr="post_object_image_129194307"/>
          <p:cNvPicPr>
            <a:picLocks noChangeAspect="1"/>
          </p:cNvPicPr>
          <p:nvPr/>
        </p:nvPicPr>
        <p:blipFill>
          <a:blip r:embed="rId4"/>
          <a:stretch>
            <a:fillRect/>
          </a:stretch>
        </p:blipFill>
        <p:spPr>
          <a:xfrm>
            <a:off x="6225271" y="2631135"/>
            <a:ext cx="527881" cy="527881"/>
          </a:xfrm>
          <a:prstGeom prst="rect">
            <a:avLst/>
          </a:prstGeom>
        </p:spPr>
      </p:pic>
      <p:pic>
        <p:nvPicPr>
          <p:cNvPr id="12" name="图片 11" descr="post_object_image_3101160376"/>
          <p:cNvPicPr>
            <a:picLocks noChangeAspect="1"/>
          </p:cNvPicPr>
          <p:nvPr/>
        </p:nvPicPr>
        <p:blipFill>
          <a:blip r:embed="rId6"/>
          <a:stretch>
            <a:fillRect/>
          </a:stretch>
        </p:blipFill>
        <p:spPr>
          <a:xfrm>
            <a:off x="6329281" y="2737030"/>
            <a:ext cx="316167" cy="316167"/>
          </a:xfrm>
          <a:prstGeom prst="rect">
            <a:avLst/>
          </a:prstGeom>
        </p:spPr>
      </p:pic>
      <p:pic>
        <p:nvPicPr>
          <p:cNvPr id="13" name="图片 12" descr="post_object_image_3950803211"/>
          <p:cNvPicPr>
            <a:picLocks noChangeAspect="1"/>
          </p:cNvPicPr>
          <p:nvPr/>
        </p:nvPicPr>
        <p:blipFill>
          <a:blip r:embed="rId7"/>
          <a:stretch>
            <a:fillRect/>
          </a:stretch>
        </p:blipFill>
        <p:spPr>
          <a:xfrm>
            <a:off x="6225222" y="3772786"/>
            <a:ext cx="527881" cy="527881"/>
          </a:xfrm>
          <a:prstGeom prst="rect">
            <a:avLst/>
          </a:prstGeom>
        </p:spPr>
      </p:pic>
      <p:pic>
        <p:nvPicPr>
          <p:cNvPr id="14" name="图片 13" descr="post_object_image_3442876013"/>
          <p:cNvPicPr>
            <a:picLocks noChangeAspect="1"/>
          </p:cNvPicPr>
          <p:nvPr/>
        </p:nvPicPr>
        <p:blipFill>
          <a:blip r:embed="rId8"/>
          <a:stretch>
            <a:fillRect/>
          </a:stretch>
        </p:blipFill>
        <p:spPr>
          <a:xfrm>
            <a:off x="6329281" y="3876785"/>
            <a:ext cx="327105" cy="319782"/>
          </a:xfrm>
          <a:prstGeom prst="rect">
            <a:avLst/>
          </a:prstGeom>
        </p:spPr>
      </p:pic>
      <p:pic>
        <p:nvPicPr>
          <p:cNvPr id="15" name="图片 14" descr="post_object_image_2909851694"/>
          <p:cNvPicPr>
            <a:picLocks noChangeAspect="1"/>
          </p:cNvPicPr>
          <p:nvPr/>
        </p:nvPicPr>
        <p:blipFill>
          <a:blip r:embed="rId7"/>
          <a:stretch>
            <a:fillRect/>
          </a:stretch>
        </p:blipFill>
        <p:spPr>
          <a:xfrm>
            <a:off x="6225222" y="4919238"/>
            <a:ext cx="527881" cy="527881"/>
          </a:xfrm>
          <a:prstGeom prst="rect">
            <a:avLst/>
          </a:prstGeom>
        </p:spPr>
      </p:pic>
      <p:pic>
        <p:nvPicPr>
          <p:cNvPr id="16" name="图片 15" descr="post_object_image_4043266341"/>
          <p:cNvPicPr>
            <a:picLocks noChangeAspect="1"/>
          </p:cNvPicPr>
          <p:nvPr/>
        </p:nvPicPr>
        <p:blipFill>
          <a:blip r:embed="rId9"/>
          <a:stretch>
            <a:fillRect/>
          </a:stretch>
        </p:blipFill>
        <p:spPr>
          <a:xfrm>
            <a:off x="6340256" y="5036173"/>
            <a:ext cx="316170" cy="294111"/>
          </a:xfrm>
          <a:prstGeom prst="rect">
            <a:avLst/>
          </a:prstGeom>
        </p:spPr>
      </p:pic>
      <p:pic>
        <p:nvPicPr>
          <p:cNvPr id="19" name="图片 18" descr="post_object_image_2028164306"/>
          <p:cNvPicPr>
            <a:picLocks noChangeAspect="1"/>
          </p:cNvPicPr>
          <p:nvPr/>
        </p:nvPicPr>
        <p:blipFill>
          <a:blip r:embed="rId10"/>
          <a:stretch>
            <a:fillRect/>
          </a:stretch>
        </p:blipFill>
        <p:spPr>
          <a:xfrm>
            <a:off x="1366943" y="1522883"/>
            <a:ext cx="4790236" cy="1214196"/>
          </a:xfrm>
          <a:prstGeom prst="rect">
            <a:avLst/>
          </a:prstGeom>
        </p:spPr>
      </p:pic>
      <p:sp>
        <p:nvSpPr>
          <p:cNvPr id="20" name="文本框 19"/>
          <p:cNvSpPr txBox="1"/>
          <p:nvPr userDrawn="1"/>
        </p:nvSpPr>
        <p:spPr>
          <a:xfrm>
            <a:off x="2938999" y="1588057"/>
            <a:ext cx="2938145" cy="460375"/>
          </a:xfrm>
          <a:prstGeom prst="rect">
            <a:avLst/>
          </a:prstGeom>
        </p:spPr>
        <p:txBody>
          <a:bodyPr wrap="none" rtlCol="0">
            <a:spAutoFit/>
          </a:bodyPr>
          <a:p>
            <a:pPr algn="l"/>
            <a:r>
              <a:rPr lang="en-US" altLang="zh-CN" sz="2400">
                <a:solidFill>
                  <a:schemeClr val="bg1"/>
                </a:solidFill>
              </a:rPr>
              <a:t>1. Preprocessing Layer</a:t>
            </a:r>
            <a:endParaRPr lang="en-US" altLang="zh-CN" sz="2400">
              <a:solidFill>
                <a:schemeClr val="bg1"/>
              </a:solidFill>
            </a:endParaRPr>
          </a:p>
        </p:txBody>
      </p:sp>
      <p:sp>
        <p:nvSpPr>
          <p:cNvPr id="21" name="文本框 20"/>
          <p:cNvSpPr txBox="1"/>
          <p:nvPr userDrawn="1"/>
        </p:nvSpPr>
        <p:spPr>
          <a:xfrm>
            <a:off x="2185670" y="2048510"/>
            <a:ext cx="5285105" cy="405130"/>
          </a:xfrm>
          <a:prstGeom prst="rect">
            <a:avLst/>
          </a:prstGeom>
        </p:spPr>
        <p:txBody>
          <a:bodyPr wrap="square" rtlCol="0">
            <a:noAutofit/>
          </a:bodyPr>
          <a:p>
            <a:r>
              <a:rPr lang="en-US" altLang="zh-CN" sz="1600">
                <a:solidFill>
                  <a:schemeClr val="bg1"/>
                </a:solidFill>
              </a:rPr>
              <a:t>Dual Distance Correction, Time-Windowing</a:t>
            </a:r>
            <a:endParaRPr lang="en-US" altLang="zh-CN" sz="1600">
              <a:solidFill>
                <a:schemeClr val="bg1"/>
              </a:solidFill>
            </a:endParaRPr>
          </a:p>
        </p:txBody>
      </p:sp>
      <p:pic>
        <p:nvPicPr>
          <p:cNvPr id="22" name="图片 21" descr="post_object_image_1471986329"/>
          <p:cNvPicPr>
            <a:picLocks noChangeAspect="1"/>
          </p:cNvPicPr>
          <p:nvPr/>
        </p:nvPicPr>
        <p:blipFill>
          <a:blip r:embed="rId10"/>
          <a:stretch>
            <a:fillRect/>
          </a:stretch>
        </p:blipFill>
        <p:spPr>
          <a:xfrm>
            <a:off x="6950311" y="2374971"/>
            <a:ext cx="4762237" cy="1221095"/>
          </a:xfrm>
          <a:prstGeom prst="rect">
            <a:avLst/>
          </a:prstGeom>
        </p:spPr>
      </p:pic>
      <p:sp>
        <p:nvSpPr>
          <p:cNvPr id="23" name="文本框 22"/>
          <p:cNvSpPr txBox="1"/>
          <p:nvPr userDrawn="1"/>
        </p:nvSpPr>
        <p:spPr>
          <a:xfrm>
            <a:off x="7153555" y="2454132"/>
            <a:ext cx="3183255" cy="460375"/>
          </a:xfrm>
          <a:prstGeom prst="rect">
            <a:avLst/>
          </a:prstGeom>
        </p:spPr>
        <p:txBody>
          <a:bodyPr wrap="none" rtlCol="0">
            <a:spAutoFit/>
          </a:bodyPr>
          <a:p>
            <a:pPr algn="l"/>
            <a:r>
              <a:rPr lang="en-US" altLang="zh-CN" sz="2400">
                <a:solidFill>
                  <a:schemeClr val="bg1"/>
                </a:solidFill>
              </a:rPr>
              <a:t>2. Frontier Identification</a:t>
            </a:r>
            <a:endParaRPr lang="en-US" altLang="zh-CN" sz="2400">
              <a:solidFill>
                <a:schemeClr val="bg1"/>
              </a:solidFill>
            </a:endParaRPr>
          </a:p>
        </p:txBody>
      </p:sp>
      <p:sp>
        <p:nvSpPr>
          <p:cNvPr id="24" name="文本框 23"/>
          <p:cNvSpPr txBox="1"/>
          <p:nvPr userDrawn="1"/>
        </p:nvSpPr>
        <p:spPr>
          <a:xfrm>
            <a:off x="7121682" y="2915167"/>
            <a:ext cx="3803015" cy="337185"/>
          </a:xfrm>
          <a:prstGeom prst="rect">
            <a:avLst/>
          </a:prstGeom>
        </p:spPr>
        <p:txBody>
          <a:bodyPr wrap="none" rtlCol="0">
            <a:spAutoFit/>
          </a:bodyPr>
          <a:p>
            <a:pPr algn="l"/>
            <a:r>
              <a:rPr lang="en-US" altLang="zh-CN" sz="1600">
                <a:solidFill>
                  <a:schemeClr val="bg1"/>
                </a:solidFill>
              </a:rPr>
              <a:t>Grid-Based Search, Open-Space Recognition</a:t>
            </a:r>
            <a:endParaRPr lang="en-US" altLang="zh-CN" sz="1600">
              <a:solidFill>
                <a:schemeClr val="bg1"/>
              </a:solidFill>
            </a:endParaRPr>
          </a:p>
        </p:txBody>
      </p:sp>
      <p:pic>
        <p:nvPicPr>
          <p:cNvPr id="25" name="图片 24" descr="post_object_image_3242763015"/>
          <p:cNvPicPr>
            <a:picLocks noChangeAspect="1"/>
          </p:cNvPicPr>
          <p:nvPr/>
        </p:nvPicPr>
        <p:blipFill>
          <a:blip r:embed="rId11"/>
          <a:stretch>
            <a:fillRect/>
          </a:stretch>
        </p:blipFill>
        <p:spPr>
          <a:xfrm>
            <a:off x="1366943" y="3596094"/>
            <a:ext cx="4784538" cy="1202727"/>
          </a:xfrm>
          <a:prstGeom prst="rect">
            <a:avLst/>
          </a:prstGeom>
        </p:spPr>
      </p:pic>
      <p:sp>
        <p:nvSpPr>
          <p:cNvPr id="26" name="文本框 25"/>
          <p:cNvSpPr txBox="1"/>
          <p:nvPr userDrawn="1"/>
        </p:nvSpPr>
        <p:spPr>
          <a:xfrm>
            <a:off x="1822450" y="3627755"/>
            <a:ext cx="4391660" cy="389255"/>
          </a:xfrm>
          <a:prstGeom prst="rect">
            <a:avLst/>
          </a:prstGeom>
        </p:spPr>
        <p:txBody>
          <a:bodyPr wrap="square" rtlCol="0">
            <a:noAutofit/>
          </a:bodyPr>
          <a:p>
            <a:r>
              <a:rPr lang="en-US" altLang="zh-CN" sz="2400">
                <a:solidFill>
                  <a:srgbClr val="000000"/>
                </a:solidFill>
              </a:rPr>
              <a:t>3. Frontier Evaluation &amp; Ranking</a:t>
            </a:r>
            <a:endParaRPr lang="en-US" altLang="zh-CN" sz="2400">
              <a:solidFill>
                <a:srgbClr val="000000"/>
              </a:solidFill>
            </a:endParaRPr>
          </a:p>
        </p:txBody>
      </p:sp>
      <p:sp>
        <p:nvSpPr>
          <p:cNvPr id="27" name="文本框 26"/>
          <p:cNvSpPr txBox="1"/>
          <p:nvPr userDrawn="1"/>
        </p:nvSpPr>
        <p:spPr>
          <a:xfrm>
            <a:off x="2185776" y="4090351"/>
            <a:ext cx="3655060" cy="368300"/>
          </a:xfrm>
          <a:prstGeom prst="rect">
            <a:avLst/>
          </a:prstGeom>
        </p:spPr>
        <p:txBody>
          <a:bodyPr wrap="none" rtlCol="0">
            <a:spAutoFit/>
          </a:bodyPr>
          <a:p>
            <a:pPr algn="l"/>
            <a:r>
              <a:rPr lang="en-US" altLang="zh-CN"/>
              <a:t>Reachability Test, Priority Assignment</a:t>
            </a:r>
            <a:endParaRPr lang="en-US" altLang="zh-CN"/>
          </a:p>
        </p:txBody>
      </p:sp>
      <p:pic>
        <p:nvPicPr>
          <p:cNvPr id="28" name="图片 27" descr="post_object_image_626546643"/>
          <p:cNvPicPr>
            <a:picLocks noChangeAspect="1"/>
          </p:cNvPicPr>
          <p:nvPr/>
        </p:nvPicPr>
        <p:blipFill>
          <a:blip r:embed="rId11"/>
          <a:stretch>
            <a:fillRect/>
          </a:stretch>
        </p:blipFill>
        <p:spPr>
          <a:xfrm>
            <a:off x="6937987" y="4701465"/>
            <a:ext cx="4774561" cy="1175186"/>
          </a:xfrm>
          <a:prstGeom prst="rect">
            <a:avLst/>
          </a:prstGeom>
        </p:spPr>
      </p:pic>
      <p:sp>
        <p:nvSpPr>
          <p:cNvPr id="29" name="文本框 28"/>
          <p:cNvSpPr txBox="1"/>
          <p:nvPr userDrawn="1"/>
        </p:nvSpPr>
        <p:spPr>
          <a:xfrm>
            <a:off x="7121651" y="4798816"/>
            <a:ext cx="3656330" cy="460375"/>
          </a:xfrm>
          <a:prstGeom prst="rect">
            <a:avLst/>
          </a:prstGeom>
        </p:spPr>
        <p:txBody>
          <a:bodyPr wrap="none" rtlCol="0">
            <a:spAutoFit/>
          </a:bodyPr>
          <a:p>
            <a:pPr algn="l"/>
            <a:r>
              <a:rPr lang="en-US" altLang="zh-CN" sz="2400"/>
              <a:t>4. Path Planning &amp; Selection</a:t>
            </a:r>
            <a:endParaRPr lang="en-US" altLang="zh-CN" sz="2400"/>
          </a:p>
        </p:txBody>
      </p:sp>
      <p:sp>
        <p:nvSpPr>
          <p:cNvPr id="30" name="文本框 29"/>
          <p:cNvSpPr txBox="1"/>
          <p:nvPr userDrawn="1"/>
        </p:nvSpPr>
        <p:spPr>
          <a:xfrm>
            <a:off x="7121651" y="5159957"/>
            <a:ext cx="3636010" cy="368300"/>
          </a:xfrm>
          <a:prstGeom prst="rect">
            <a:avLst/>
          </a:prstGeom>
        </p:spPr>
        <p:txBody>
          <a:bodyPr wrap="none" rtlCol="0">
            <a:spAutoFit/>
          </a:bodyPr>
          <a:p>
            <a:pPr algn="l"/>
            <a:r>
              <a:rPr lang="en-US" altLang="zh-CN"/>
              <a:t>A Algorithm*, Dynamic Re-Evaluation</a:t>
            </a:r>
            <a:endParaRPr lang="en-US" altLang="zh-CN"/>
          </a:p>
        </p:txBody>
      </p:sp>
      <p:sp>
        <p:nvSpPr>
          <p:cNvPr id="32" name="文本框 31"/>
          <p:cNvSpPr txBox="1"/>
          <p:nvPr userDrawn="1"/>
        </p:nvSpPr>
        <p:spPr>
          <a:xfrm>
            <a:off x="4284221" y="5723457"/>
            <a:ext cx="1709535" cy="461010"/>
          </a:xfrm>
          <a:prstGeom prst="rect">
            <a:avLst/>
          </a:prstGeom>
        </p:spPr>
        <p:txBody>
          <a:bodyPr wrap="square" rtlCol="0">
            <a:noAutofit/>
          </a:bodyPr>
          <a:p>
            <a:r>
              <a:rPr lang="en-US" altLang="zh-CN" sz="2400">
                <a:solidFill>
                  <a:schemeClr val="bg1"/>
                </a:solidFill>
              </a:rPr>
              <a:t>5. UI Layer</a:t>
            </a:r>
            <a:endParaRPr lang="zh-CN" altLang="en-US" sz="2400">
              <a:solidFill>
                <a:schemeClr val="bg1"/>
              </a:solidFill>
            </a:endParaRPr>
          </a:p>
        </p:txBody>
      </p:sp>
      <p:sp>
        <p:nvSpPr>
          <p:cNvPr id="33" name="文本框 32"/>
          <p:cNvSpPr txBox="1"/>
          <p:nvPr userDrawn="1"/>
        </p:nvSpPr>
        <p:spPr>
          <a:xfrm>
            <a:off x="1509513" y="6148076"/>
            <a:ext cx="4801235" cy="368300"/>
          </a:xfrm>
          <a:prstGeom prst="rect">
            <a:avLst/>
          </a:prstGeom>
        </p:spPr>
        <p:txBody>
          <a:bodyPr wrap="none" rtlCol="0">
            <a:spAutoFit/>
          </a:bodyPr>
          <a:p>
            <a:r>
              <a:rPr lang="en-US" altLang="zh-CN">
                <a:solidFill>
                  <a:schemeClr val="bg1"/>
                </a:solidFill>
              </a:rPr>
              <a:t>Visualization Control </a:t>
            </a:r>
            <a:r>
              <a:rPr lang="zh-CN" altLang="en-US">
                <a:solidFill>
                  <a:schemeClr val="bg1"/>
                </a:solidFill>
              </a:rPr>
              <a:t>&amp; </a:t>
            </a:r>
            <a:r>
              <a:rPr lang="en-US" altLang="zh-CN">
                <a:solidFill>
                  <a:schemeClr val="bg1"/>
                </a:solidFill>
              </a:rPr>
              <a:t>Parameter Adjustment</a:t>
            </a:r>
            <a:endParaRPr lang="zh-CN" altLang="en-US">
              <a:solidFill>
                <a:schemeClr val="bg1"/>
              </a:solidFill>
            </a:endParaRPr>
          </a:p>
        </p:txBody>
      </p:sp>
    </p:spTree>
    <p:custDataLst>
      <p:tags r:id="rId12"/>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6" name="矩形 25"/>
          <p:cNvSpPr/>
          <p:nvPr/>
        </p:nvSpPr>
        <p:spPr>
          <a:xfrm>
            <a:off x="0" y="5058701"/>
            <a:ext cx="12192000" cy="17992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pic>
        <p:nvPicPr>
          <p:cNvPr id="3" name="图片 2"/>
          <p:cNvPicPr>
            <a:picLocks noChangeAspect="1"/>
          </p:cNvPicPr>
          <p:nvPr/>
        </p:nvPicPr>
        <p:blipFill rotWithShape="1">
          <a:blip r:embed="rId1">
            <a:duotone>
              <a:schemeClr val="accent1">
                <a:shade val="45000"/>
                <a:satMod val="135000"/>
              </a:schemeClr>
              <a:prstClr val="white"/>
            </a:duotone>
          </a:blip>
          <a:srcRect t="4253" b="15909"/>
          <a:stretch>
            <a:fillRect/>
          </a:stretch>
        </p:blipFill>
        <p:spPr>
          <a:xfrm>
            <a:off x="3316771" y="788306"/>
            <a:ext cx="8179904" cy="5270215"/>
          </a:xfrm>
          <a:custGeom>
            <a:avLst/>
            <a:gdLst>
              <a:gd name="connsiteX0" fmla="*/ 0 w 2894062"/>
              <a:gd name="connsiteY0" fmla="*/ 0 h 5275802"/>
              <a:gd name="connsiteX1" fmla="*/ 2894062 w 2894062"/>
              <a:gd name="connsiteY1" fmla="*/ 0 h 5275802"/>
              <a:gd name="connsiteX2" fmla="*/ 2894062 w 2894062"/>
              <a:gd name="connsiteY2" fmla="*/ 5275802 h 5275802"/>
              <a:gd name="connsiteX3" fmla="*/ 0 w 2894062"/>
              <a:gd name="connsiteY3" fmla="*/ 5275802 h 5275802"/>
            </a:gdLst>
            <a:ahLst/>
            <a:cxnLst>
              <a:cxn ang="0">
                <a:pos x="connsiteX0" y="connsiteY0"/>
              </a:cxn>
              <a:cxn ang="0">
                <a:pos x="connsiteX1" y="connsiteY1"/>
              </a:cxn>
              <a:cxn ang="0">
                <a:pos x="connsiteX2" y="connsiteY2"/>
              </a:cxn>
              <a:cxn ang="0">
                <a:pos x="connsiteX3" y="connsiteY3"/>
              </a:cxn>
            </a:cxnLst>
            <a:rect l="l" t="t" r="r" b="b"/>
            <a:pathLst>
              <a:path w="2894062" h="5275802">
                <a:moveTo>
                  <a:pt x="0" y="0"/>
                </a:moveTo>
                <a:lnTo>
                  <a:pt x="2894062" y="0"/>
                </a:lnTo>
                <a:lnTo>
                  <a:pt x="2894062" y="5275802"/>
                </a:lnTo>
                <a:lnTo>
                  <a:pt x="0" y="5275802"/>
                </a:lnTo>
                <a:close/>
              </a:path>
            </a:pathLst>
          </a:custGeom>
          <a:ln>
            <a:noFill/>
          </a:ln>
        </p:spPr>
      </p:pic>
      <p:sp>
        <p:nvSpPr>
          <p:cNvPr id="22" name="part"/>
          <p:cNvSpPr/>
          <p:nvPr/>
        </p:nvSpPr>
        <p:spPr>
          <a:xfrm>
            <a:off x="695325" y="785512"/>
            <a:ext cx="2428875" cy="5275802"/>
          </a:xfrm>
          <a:prstGeom prst="roundRect">
            <a:avLst>
              <a:gd name="adj" fmla="val 0"/>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41" name="page"/>
          <p:cNvSpPr txBox="1"/>
          <p:nvPr/>
        </p:nvSpPr>
        <p:spPr>
          <a:xfrm>
            <a:off x="11460667" y="6385673"/>
            <a:ext cx="99386" cy="215444"/>
          </a:xfrm>
          <a:prstGeom prst="rect">
            <a:avLst/>
          </a:prstGeom>
          <a:noFill/>
        </p:spPr>
        <p:txBody>
          <a:bodyPr vert="horz" wrap="none" lIns="0" tIns="0" rIns="0" bIns="0" rtlCol="0" anchor="ctr">
            <a:spAutoFit/>
          </a:bodyP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A48DBFAF-01A5-47DE-A33F-834723B47D4E}" type="slidenum">
              <a:rPr lang="ja-JP" altLang="en-US" sz="1400" b="1" smtClean="0">
                <a:solidFill>
                  <a:schemeClr val="bg1"/>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fld>
            <a:endParaRPr lang="ja-JP" altLang="en-US" sz="1400" b="1" dirty="0">
              <a:solidFill>
                <a:schemeClr val="bg1"/>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sp>
        <p:nvSpPr>
          <p:cNvPr id="6" name="part"/>
          <p:cNvSpPr/>
          <p:nvPr/>
        </p:nvSpPr>
        <p:spPr>
          <a:xfrm flipH="1">
            <a:off x="1366520" y="2532604"/>
            <a:ext cx="1086485" cy="17849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90000" rIns="0" bIns="90000" rtlCol="0" anchor="b" anchorCtr="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lnSpc>
                <a:spcPct val="90000"/>
              </a:lnSpc>
            </a:pPr>
            <a:r>
              <a:rPr kumimoji="1" lang="en-US" altLang="zh-CN" sz="4400" b="1" dirty="0">
                <a:solidFill>
                  <a:schemeClr val="tx1">
                    <a:lumMod val="85000"/>
                    <a:lumOff val="1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Part</a:t>
            </a:r>
            <a:endParaRPr kumimoji="1" lang="en-US" altLang="zh-CN" sz="4400" b="1" dirty="0">
              <a:solidFill>
                <a:schemeClr val="tx1">
                  <a:lumMod val="85000"/>
                  <a:lumOff val="1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a:p>
            <a:pPr algn="ctr">
              <a:lnSpc>
                <a:spcPct val="90000"/>
              </a:lnSpc>
            </a:pPr>
            <a:r>
              <a:rPr kumimoji="1" lang="en-US" altLang="zh-CN" sz="7200" b="1" dirty="0">
                <a:solidFill>
                  <a:schemeClr val="accent1"/>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05</a:t>
            </a:r>
            <a:endParaRPr kumimoji="1" lang="en-US" altLang="zh-CN" sz="7200" b="1" dirty="0">
              <a:solidFill>
                <a:schemeClr val="accent1"/>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sp>
        <p:nvSpPr>
          <p:cNvPr id="8" name="矩形 7"/>
          <p:cNvSpPr/>
          <p:nvPr/>
        </p:nvSpPr>
        <p:spPr>
          <a:xfrm>
            <a:off x="695325" y="748932"/>
            <a:ext cx="2428875" cy="72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2" name="文本框 1"/>
          <p:cNvSpPr txBox="1"/>
          <p:nvPr userDrawn="1"/>
        </p:nvSpPr>
        <p:spPr>
          <a:xfrm>
            <a:off x="4689158" y="2678613"/>
            <a:ext cx="5435063" cy="1440799"/>
          </a:xfrm>
          <a:prstGeom prst="rect">
            <a:avLst/>
          </a:prstGeom>
        </p:spPr>
        <p:txBody>
          <a:bodyPr wrap="square" rtlCol="0">
            <a:noAutofit/>
          </a:bodyPr>
          <a:p>
            <a:r>
              <a:rPr kumimoji="1" lang="en-US" altLang="zh-CN" sz="4400" b="1" dirty="0">
                <a:solidFill>
                  <a:schemeClr val="tx1">
                    <a:lumMod val="85000"/>
                    <a:lumOff val="15000"/>
                  </a:schemeClr>
                </a:solidFill>
                <a:latin typeface="Arial" panose="020B0604020202020204" pitchFamily="34" charset="0"/>
                <a:ea typeface="微软雅黑" panose="020B0503020204020204" pitchFamily="34" charset="-122"/>
                <a:cs typeface="Arial" panose="020B0604020202020204" pitchFamily="34" charset="0"/>
              </a:rPr>
              <a:t>System integration and optimization</a:t>
            </a:r>
            <a:endParaRPr kumimoji="1" lang="en-US" altLang="zh-CN" sz="4400" b="1" dirty="0">
              <a:solidFill>
                <a:schemeClr val="tx1">
                  <a:lumMod val="85000"/>
                  <a:lumOff val="15000"/>
                </a:schemeClr>
              </a:solidFill>
              <a:latin typeface="Arial" panose="020B0604020202020204" pitchFamily="34" charset="0"/>
              <a:ea typeface="微软雅黑" panose="020B0503020204020204" pitchFamily="34" charset="-122"/>
              <a:cs typeface="Arial" panose="020B0604020202020204" pitchFamily="34" charset="0"/>
            </a:endParaRPr>
          </a:p>
        </p:txBody>
      </p:sp>
    </p:spTree>
    <p:custDataLst>
      <p:tags r:id="rId2"/>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479424" y="165838"/>
            <a:ext cx="11233151" cy="415290"/>
          </a:xfrm>
        </p:spPr>
        <p:txBody>
          <a:bodyPr/>
          <a:p>
            <a:r>
              <a:rPr lang="en-US" altLang="zh-CN"/>
              <a:t>System integration and optimization</a:t>
            </a:r>
            <a:endParaRPr lang="en-US" altLang="zh-CN"/>
          </a:p>
        </p:txBody>
      </p:sp>
      <p:pic>
        <p:nvPicPr>
          <p:cNvPr id="4" name="图片 3" descr="post_object_image_2398198867"/>
          <p:cNvPicPr>
            <a:picLocks noChangeAspect="1"/>
          </p:cNvPicPr>
          <p:nvPr/>
        </p:nvPicPr>
        <p:blipFill>
          <a:blip r:embed="rId1"/>
          <a:stretch>
            <a:fillRect/>
          </a:stretch>
        </p:blipFill>
        <p:spPr>
          <a:xfrm>
            <a:off x="804334" y="937870"/>
            <a:ext cx="10583290" cy="2597433"/>
          </a:xfrm>
          <a:prstGeom prst="rect">
            <a:avLst/>
          </a:prstGeom>
        </p:spPr>
      </p:pic>
      <p:sp>
        <p:nvSpPr>
          <p:cNvPr id="5" name="文本框 4"/>
          <p:cNvSpPr txBox="1"/>
          <p:nvPr userDrawn="1"/>
        </p:nvSpPr>
        <p:spPr>
          <a:xfrm>
            <a:off x="4322659" y="3898574"/>
            <a:ext cx="6956461" cy="2470714"/>
          </a:xfrm>
          <a:prstGeom prst="rect">
            <a:avLst/>
          </a:prstGeom>
        </p:spPr>
        <p:txBody>
          <a:bodyPr wrap="square" rtlCol="0">
            <a:noAutofit/>
          </a:bodyPr>
          <a:p>
            <a:r>
              <a:rPr lang="en-US" altLang="zh-CN" sz="2200"/>
              <a:t> </a:t>
            </a:r>
            <a:r>
              <a:rPr lang="en-US" altLang="zh-CN" sz="2200">
                <a:solidFill>
                  <a:schemeClr val="accent4">
                    <a:lumMod val="75000"/>
                  </a:schemeClr>
                </a:solidFill>
              </a:rPr>
              <a:t>Real</a:t>
            </a:r>
            <a:r>
              <a:rPr lang="zh-CN" altLang="en-US" sz="2200">
                <a:solidFill>
                  <a:schemeClr val="accent4">
                    <a:lumMod val="75000"/>
                  </a:schemeClr>
                </a:solidFill>
              </a:rPr>
              <a:t>-</a:t>
            </a:r>
            <a:r>
              <a:rPr lang="en-US" altLang="zh-CN" sz="2200">
                <a:solidFill>
                  <a:schemeClr val="accent4">
                    <a:lumMod val="75000"/>
                  </a:schemeClr>
                </a:solidFill>
              </a:rPr>
              <a:t>time performance: </a:t>
            </a:r>
            <a:r>
              <a:rPr lang="en-US" altLang="zh-CN" sz="2200" b="1">
                <a:solidFill>
                  <a:schemeClr val="accent4">
                    <a:lumMod val="75000"/>
                  </a:schemeClr>
                </a:solidFill>
              </a:rPr>
              <a:t>&lt;5ms</a:t>
            </a:r>
            <a:r>
              <a:rPr lang="en-US" altLang="zh-CN" sz="2200">
                <a:solidFill>
                  <a:schemeClr val="accent4">
                    <a:lumMod val="75000"/>
                  </a:schemeClr>
                </a:solidFill>
              </a:rPr>
              <a:t> position update delay</a:t>
            </a:r>
            <a:endParaRPr lang="en-US" altLang="zh-CN" sz="2200">
              <a:solidFill>
                <a:schemeClr val="accent4">
                  <a:lumMod val="75000"/>
                </a:schemeClr>
              </a:solidFill>
            </a:endParaRPr>
          </a:p>
          <a:p>
            <a:endParaRPr lang="en-US" altLang="zh-CN" sz="2200"/>
          </a:p>
          <a:p>
            <a:r>
              <a:rPr lang="en-US" altLang="zh-CN" sz="2200">
                <a:solidFill>
                  <a:schemeClr val="accent4">
                    <a:lumMod val="75000"/>
                  </a:schemeClr>
                </a:solidFill>
              </a:rPr>
              <a:t> Accuracy: </a:t>
            </a:r>
            <a:r>
              <a:rPr lang="en-US" altLang="zh-CN" sz="2200" b="1">
                <a:solidFill>
                  <a:schemeClr val="accent4">
                    <a:lumMod val="75000"/>
                  </a:schemeClr>
                </a:solidFill>
              </a:rPr>
              <a:t>±1cm/</a:t>
            </a:r>
            <a:r>
              <a:rPr lang="en-US" altLang="zh-CN" sz="2200">
                <a:solidFill>
                  <a:schemeClr val="accent4">
                    <a:lumMod val="75000"/>
                  </a:schemeClr>
                </a:solidFill>
              </a:rPr>
              <a:t> m displacement accuracy</a:t>
            </a:r>
            <a:endParaRPr lang="en-US" altLang="zh-CN" sz="2200">
              <a:solidFill>
                <a:schemeClr val="accent4">
                  <a:lumMod val="75000"/>
                </a:schemeClr>
              </a:solidFill>
            </a:endParaRPr>
          </a:p>
          <a:p>
            <a:endParaRPr lang="en-US" altLang="zh-CN" sz="2200"/>
          </a:p>
          <a:p>
            <a:r>
              <a:rPr lang="en-US" altLang="zh-CN" sz="2200">
                <a:solidFill>
                  <a:schemeClr val="accent4">
                    <a:lumMod val="75000"/>
                  </a:schemeClr>
                </a:solidFill>
              </a:rPr>
              <a:t> Stability: </a:t>
            </a:r>
            <a:r>
              <a:rPr lang="en-US" altLang="zh-CN" sz="2200" b="1">
                <a:solidFill>
                  <a:schemeClr val="accent4">
                    <a:lumMod val="75000"/>
                  </a:schemeClr>
                </a:solidFill>
              </a:rPr>
              <a:t>250Hz</a:t>
            </a:r>
            <a:r>
              <a:rPr lang="en-US" altLang="zh-CN" sz="2200">
                <a:solidFill>
                  <a:schemeClr val="accent4">
                    <a:lumMod val="75000"/>
                  </a:schemeClr>
                </a:solidFill>
              </a:rPr>
              <a:t> IMU update, </a:t>
            </a:r>
            <a:r>
              <a:rPr lang="en-US" altLang="zh-CN" sz="2200" b="1">
                <a:solidFill>
                  <a:schemeClr val="accent4">
                    <a:lumMod val="75000"/>
                  </a:schemeClr>
                </a:solidFill>
              </a:rPr>
              <a:t>10Hz</a:t>
            </a:r>
            <a:r>
              <a:rPr lang="en-US" altLang="zh-CN" sz="2200">
                <a:solidFill>
                  <a:schemeClr val="accent4">
                    <a:lumMod val="75000"/>
                  </a:schemeClr>
                </a:solidFill>
              </a:rPr>
              <a:t> radar scan Robustness: Multi</a:t>
            </a:r>
            <a:r>
              <a:rPr lang="zh-CN" altLang="en-US" sz="2200">
                <a:solidFill>
                  <a:schemeClr val="accent4">
                    <a:lumMod val="75000"/>
                  </a:schemeClr>
                </a:solidFill>
              </a:rPr>
              <a:t>-</a:t>
            </a:r>
            <a:r>
              <a:rPr lang="en-US" altLang="zh-CN" sz="2200">
                <a:solidFill>
                  <a:schemeClr val="accent4">
                    <a:lumMod val="75000"/>
                  </a:schemeClr>
                </a:solidFill>
              </a:rPr>
              <a:t>level data checksum and error recovery</a:t>
            </a:r>
            <a:endParaRPr lang="zh-CN" altLang="en-US" sz="2200">
              <a:solidFill>
                <a:schemeClr val="accent4">
                  <a:lumMod val="75000"/>
                </a:schemeClr>
              </a:solidFill>
            </a:endParaRPr>
          </a:p>
        </p:txBody>
      </p:sp>
      <p:sp>
        <p:nvSpPr>
          <p:cNvPr id="6" name="圆角矩形 5"/>
          <p:cNvSpPr/>
          <p:nvPr userDrawn="1"/>
        </p:nvSpPr>
        <p:spPr>
          <a:xfrm>
            <a:off x="1447741" y="4514929"/>
            <a:ext cx="2025033" cy="1017763"/>
          </a:xfrm>
          <a:prstGeom prst="roundRect">
            <a:avLst/>
          </a:prstGeom>
          <a:ln w="12700" cap="flat" cmpd="sng" algn="ctr">
            <a:solidFill>
              <a:schemeClr val="phClr"/>
            </a:solid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rtlCol="0" anchor="ctr">
            <a:noAutofit/>
          </a:bodyPr>
          <a:p>
            <a:pPr algn="ctr"/>
            <a:r>
              <a:rPr lang="en-US" altLang="zh-CN" sz="2200">
                <a:solidFill>
                  <a:schemeClr val="bg1"/>
                </a:solidFill>
              </a:rPr>
              <a:t>Performance Indicators</a:t>
            </a:r>
            <a:endParaRPr lang="en-US" altLang="zh-CN" sz="2200">
              <a:solidFill>
                <a:schemeClr val="bg1"/>
              </a:solidFill>
            </a:endParaRPr>
          </a:p>
        </p:txBody>
      </p:sp>
      <p:sp>
        <p:nvSpPr>
          <p:cNvPr id="7" name="左大括号 6"/>
          <p:cNvSpPr/>
          <p:nvPr userDrawn="1"/>
        </p:nvSpPr>
        <p:spPr>
          <a:xfrm>
            <a:off x="3682668" y="4105676"/>
            <a:ext cx="639990" cy="2056510"/>
          </a:xfrm>
          <a:prstGeom prst="leftBrace">
            <a:avLst/>
          </a:prstGeom>
          <a:ln w="6350" cap="flat" cmpd="sng" algn="ctr">
            <a:solidFill>
              <a:schemeClr val="phClr"/>
            </a:solidFill>
            <a:prstDash val="solid"/>
            <a:miter lim="800000"/>
          </a:ln>
        </p:spPr>
        <p:style>
          <a:lnRef idx="1">
            <a:schemeClr val="accent1"/>
          </a:lnRef>
          <a:fillRef idx="0">
            <a:schemeClr val="accent1"/>
          </a:fillRef>
          <a:effectRef idx="0">
            <a:schemeClr val="accent1"/>
          </a:effectRef>
          <a:fontRef idx="minor">
            <a:schemeClr val="tx1"/>
          </a:fontRef>
        </p:style>
        <p:txBody>
          <a:bodyPr rtlCol="0" anchor="ctr">
            <a:noAutofit/>
          </a:bodyPr>
          <a:p>
            <a:endParaRPr lang="zh-CN"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6" name="矩形 25"/>
          <p:cNvSpPr/>
          <p:nvPr/>
        </p:nvSpPr>
        <p:spPr>
          <a:xfrm>
            <a:off x="0" y="5058701"/>
            <a:ext cx="12192000" cy="17992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pic>
        <p:nvPicPr>
          <p:cNvPr id="3" name="图片 2"/>
          <p:cNvPicPr>
            <a:picLocks noChangeAspect="1"/>
          </p:cNvPicPr>
          <p:nvPr/>
        </p:nvPicPr>
        <p:blipFill rotWithShape="1">
          <a:blip r:embed="rId1">
            <a:duotone>
              <a:schemeClr val="accent1">
                <a:shade val="45000"/>
                <a:satMod val="135000"/>
              </a:schemeClr>
              <a:prstClr val="white"/>
            </a:duotone>
          </a:blip>
          <a:srcRect t="4253" b="15909"/>
          <a:stretch>
            <a:fillRect/>
          </a:stretch>
        </p:blipFill>
        <p:spPr>
          <a:xfrm>
            <a:off x="3316771" y="788306"/>
            <a:ext cx="8179904" cy="5270215"/>
          </a:xfrm>
          <a:custGeom>
            <a:avLst/>
            <a:gdLst>
              <a:gd name="connsiteX0" fmla="*/ 0 w 2894062"/>
              <a:gd name="connsiteY0" fmla="*/ 0 h 5275802"/>
              <a:gd name="connsiteX1" fmla="*/ 2894062 w 2894062"/>
              <a:gd name="connsiteY1" fmla="*/ 0 h 5275802"/>
              <a:gd name="connsiteX2" fmla="*/ 2894062 w 2894062"/>
              <a:gd name="connsiteY2" fmla="*/ 5275802 h 5275802"/>
              <a:gd name="connsiteX3" fmla="*/ 0 w 2894062"/>
              <a:gd name="connsiteY3" fmla="*/ 5275802 h 5275802"/>
            </a:gdLst>
            <a:ahLst/>
            <a:cxnLst>
              <a:cxn ang="0">
                <a:pos x="connsiteX0" y="connsiteY0"/>
              </a:cxn>
              <a:cxn ang="0">
                <a:pos x="connsiteX1" y="connsiteY1"/>
              </a:cxn>
              <a:cxn ang="0">
                <a:pos x="connsiteX2" y="connsiteY2"/>
              </a:cxn>
              <a:cxn ang="0">
                <a:pos x="connsiteX3" y="connsiteY3"/>
              </a:cxn>
            </a:cxnLst>
            <a:rect l="l" t="t" r="r" b="b"/>
            <a:pathLst>
              <a:path w="2894062" h="5275802">
                <a:moveTo>
                  <a:pt x="0" y="0"/>
                </a:moveTo>
                <a:lnTo>
                  <a:pt x="2894062" y="0"/>
                </a:lnTo>
                <a:lnTo>
                  <a:pt x="2894062" y="5275802"/>
                </a:lnTo>
                <a:lnTo>
                  <a:pt x="0" y="5275802"/>
                </a:lnTo>
                <a:close/>
              </a:path>
            </a:pathLst>
          </a:custGeom>
          <a:ln>
            <a:noFill/>
          </a:ln>
        </p:spPr>
      </p:pic>
      <p:sp>
        <p:nvSpPr>
          <p:cNvPr id="22" name="part"/>
          <p:cNvSpPr/>
          <p:nvPr/>
        </p:nvSpPr>
        <p:spPr>
          <a:xfrm>
            <a:off x="695325" y="785512"/>
            <a:ext cx="2428875" cy="5275802"/>
          </a:xfrm>
          <a:prstGeom prst="roundRect">
            <a:avLst>
              <a:gd name="adj" fmla="val 0"/>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41" name="page"/>
          <p:cNvSpPr txBox="1"/>
          <p:nvPr/>
        </p:nvSpPr>
        <p:spPr>
          <a:xfrm>
            <a:off x="11460667" y="6385673"/>
            <a:ext cx="99386" cy="215444"/>
          </a:xfrm>
          <a:prstGeom prst="rect">
            <a:avLst/>
          </a:prstGeom>
          <a:noFill/>
        </p:spPr>
        <p:txBody>
          <a:bodyPr vert="horz" wrap="none" lIns="0" tIns="0" rIns="0" bIns="0" rtlCol="0" anchor="ctr">
            <a:spAutoFit/>
          </a:bodyP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A48DBFAF-01A5-47DE-A33F-834723B47D4E}" type="slidenum">
              <a:rPr lang="ja-JP" altLang="en-US" sz="1400" b="1" smtClean="0">
                <a:solidFill>
                  <a:schemeClr val="bg1"/>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fld>
            <a:endParaRPr lang="ja-JP" altLang="en-US" sz="1400" b="1" dirty="0">
              <a:solidFill>
                <a:schemeClr val="bg1"/>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sp>
        <p:nvSpPr>
          <p:cNvPr id="6" name="part"/>
          <p:cNvSpPr/>
          <p:nvPr/>
        </p:nvSpPr>
        <p:spPr>
          <a:xfrm flipH="1">
            <a:off x="1366520" y="2532604"/>
            <a:ext cx="1086485" cy="17849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90000" rIns="0" bIns="90000" rtlCol="0" anchor="b" anchorCtr="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lnSpc>
                <a:spcPct val="90000"/>
              </a:lnSpc>
            </a:pPr>
            <a:r>
              <a:rPr kumimoji="1" lang="en-US" altLang="zh-CN" sz="4400" b="1" dirty="0">
                <a:solidFill>
                  <a:schemeClr val="tx1">
                    <a:lumMod val="85000"/>
                    <a:lumOff val="1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Part</a:t>
            </a:r>
            <a:endParaRPr kumimoji="1" lang="en-US" altLang="zh-CN" sz="4400" b="1" dirty="0">
              <a:solidFill>
                <a:schemeClr val="tx1">
                  <a:lumMod val="85000"/>
                  <a:lumOff val="1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a:p>
            <a:pPr algn="ctr">
              <a:lnSpc>
                <a:spcPct val="90000"/>
              </a:lnSpc>
            </a:pPr>
            <a:r>
              <a:rPr kumimoji="1" lang="en-US" altLang="zh-CN" sz="7200" b="1" dirty="0">
                <a:solidFill>
                  <a:schemeClr val="accent1"/>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06</a:t>
            </a:r>
            <a:endParaRPr kumimoji="1" lang="en-US" altLang="zh-CN" sz="7200" b="1" dirty="0">
              <a:solidFill>
                <a:schemeClr val="accent1"/>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sp>
        <p:nvSpPr>
          <p:cNvPr id="8" name="矩形 7"/>
          <p:cNvSpPr/>
          <p:nvPr/>
        </p:nvSpPr>
        <p:spPr>
          <a:xfrm>
            <a:off x="695325" y="748932"/>
            <a:ext cx="2428875" cy="72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2" name="文本框 1"/>
          <p:cNvSpPr txBox="1"/>
          <p:nvPr userDrawn="1"/>
        </p:nvSpPr>
        <p:spPr>
          <a:xfrm>
            <a:off x="4689158" y="2678613"/>
            <a:ext cx="5435063" cy="1440799"/>
          </a:xfrm>
          <a:prstGeom prst="rect">
            <a:avLst/>
          </a:prstGeom>
        </p:spPr>
        <p:txBody>
          <a:bodyPr wrap="square" rtlCol="0">
            <a:noAutofit/>
          </a:bodyPr>
          <a:p>
            <a:pPr algn="ctr">
              <a:lnSpc>
                <a:spcPct val="120000"/>
              </a:lnSpc>
            </a:pPr>
            <a:r>
              <a:rPr lang="en-US" altLang="zh-CN" sz="4400" b="1" dirty="0">
                <a:latin typeface="Arial" panose="020B0604020202020204" pitchFamily="34" charset="0"/>
                <a:sym typeface="Arial" panose="020B0604020202020204" pitchFamily="34" charset="0"/>
              </a:rPr>
              <a:t>Epilogue</a:t>
            </a:r>
            <a:endParaRPr kumimoji="1" lang="en-US" altLang="zh-CN" sz="4400" b="1" dirty="0">
              <a:solidFill>
                <a:schemeClr val="tx1">
                  <a:lumMod val="85000"/>
                  <a:lumOff val="15000"/>
                </a:schemeClr>
              </a:solidFill>
              <a:latin typeface="Arial" panose="020B0604020202020204" pitchFamily="34" charset="0"/>
              <a:ea typeface="微软雅黑" panose="020B0503020204020204" pitchFamily="34" charset="-122"/>
              <a:cs typeface="Arial" panose="020B0604020202020204" pitchFamily="34" charset="0"/>
            </a:endParaRPr>
          </a:p>
        </p:txBody>
      </p:sp>
    </p:spTree>
    <p:custDataLst>
      <p:tags r:id="rId2"/>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f3971a540ee44e2126189dcee6abd7ce">
            <a:hlinkClick r:id="" action="ppaction://media"/>
          </p:cNvPr>
          <p:cNvPicPr/>
          <p:nvPr userDrawn="1">
            <a:videoFile r:link="rId1"/>
            <p:extLst>
              <p:ext uri="{DAA4B4D4-6D71-4841-9C94-3DE7FCFB9230}">
                <p14:media xmlns:p14="http://schemas.microsoft.com/office/powerpoint/2010/main" r:embed="rId2"/>
              </p:ext>
            </p:extLst>
          </p:nvPr>
        </p:nvPicPr>
        <p:blipFill>
          <a:blip r:embed="rId3"/>
          <a:stretch>
            <a:fillRect/>
          </a:stretch>
        </p:blipFill>
        <p:spPr>
          <a:xfrm>
            <a:off x="0" y="0"/>
            <a:ext cx="12191958" cy="684436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additive="base">
                                        <p:cTn id="6" dur="2"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fullScrn="0">
              <p:cMediaNode>
                <p:cTn id="7" fill="hold" display="1">
                  <p:stCondLst>
                    <p:cond delay="indefinite"/>
                  </p:stCondLst>
                </p:cTn>
                <p:tgtEl>
                  <p:spTgt spid="3"/>
                </p:tgtEl>
              </p:cMediaNode>
            </p:video>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479424" y="165838"/>
            <a:ext cx="11233151" cy="415290"/>
          </a:xfrm>
        </p:spPr>
        <p:txBody>
          <a:bodyPr/>
          <a:p>
            <a:r>
              <a:rPr lang="en-US" altLang="zh-CN"/>
              <a:t>Task </a:t>
            </a:r>
            <a:r>
              <a:rPr lang="en-US" altLang="zh-CN"/>
              <a:t>Allocation</a:t>
            </a:r>
            <a:endParaRPr lang="en-US" altLang="zh-CN"/>
          </a:p>
        </p:txBody>
      </p:sp>
      <p:graphicFrame>
        <p:nvGraphicFramePr>
          <p:cNvPr id="9" name="表格 8"/>
          <p:cNvGraphicFramePr/>
          <p:nvPr/>
        </p:nvGraphicFramePr>
        <p:xfrm>
          <a:off x="765810" y="961708"/>
          <a:ext cx="10946765" cy="1573530"/>
        </p:xfrm>
        <a:graphic>
          <a:graphicData uri="http://schemas.openxmlformats.org/drawingml/2006/table">
            <a:tbl>
              <a:tblPr/>
              <a:tblGrid>
                <a:gridCol w="964565"/>
                <a:gridCol w="895350"/>
                <a:gridCol w="877570"/>
                <a:gridCol w="8209280"/>
              </a:tblGrid>
              <a:tr h="0">
                <a:tc>
                  <a:txBody>
                    <a:bodyPr/>
                    <a:p>
                      <a:pPr marL="0" indent="0" algn="ctr">
                        <a:spcBef>
                          <a:spcPct val="0"/>
                        </a:spcBef>
                        <a:spcAft>
                          <a:spcPct val="0"/>
                        </a:spcAft>
                      </a:pPr>
                      <a:r>
                        <a:rPr lang="en-US" altLang="zh-CN" sz="1100" b="1"/>
                        <a:t>Member</a:t>
                      </a:r>
                      <a:endParaRPr lang="en-US" altLang="zh-CN" sz="1100" b="1"/>
                    </a:p>
                  </a:txBody>
                  <a:tcPr marL="62230" marR="62230" marT="28892" marB="28892" anchor="ctr" anchorCtr="0">
                    <a:lnL w="5080" cap="flat" cmpd="sng">
                      <a:solidFill>
                        <a:srgbClr val="DFE2E5"/>
                      </a:solidFill>
                      <a:prstDash val="solid"/>
                      <a:headEnd type="none" w="med" len="med"/>
                      <a:tailEnd type="none" w="med" len="med"/>
                    </a:lnL>
                    <a:lnR w="5080" cap="flat" cmpd="sng">
                      <a:solidFill>
                        <a:srgbClr val="DFE2E5"/>
                      </a:solidFill>
                      <a:prstDash val="solid"/>
                      <a:headEnd type="none" w="med" len="med"/>
                      <a:tailEnd type="none" w="med" len="med"/>
                    </a:lnR>
                    <a:lnT w="5080" cap="flat" cmpd="sng">
                      <a:solidFill>
                        <a:srgbClr val="DFE2E5"/>
                      </a:solidFill>
                      <a:prstDash val="solid"/>
                      <a:headEnd type="none" w="med" len="med"/>
                      <a:tailEnd type="none" w="med" len="med"/>
                    </a:lnT>
                    <a:lnB w="5080" cap="flat" cmpd="sng">
                      <a:solidFill>
                        <a:srgbClr val="DFE2E5"/>
                      </a:solidFill>
                      <a:prstDash val="solid"/>
                      <a:headEnd type="none" w="med" len="med"/>
                      <a:tailEnd type="none" w="med" len="med"/>
                    </a:lnB>
                    <a:noFill/>
                  </a:tcPr>
                </a:tc>
                <a:tc>
                  <a:txBody>
                    <a:bodyPr/>
                    <a:p>
                      <a:pPr marL="0" indent="0" algn="ctr">
                        <a:spcBef>
                          <a:spcPct val="0"/>
                        </a:spcBef>
                        <a:spcAft>
                          <a:spcPct val="0"/>
                        </a:spcAft>
                      </a:pPr>
                      <a:r>
                        <a:rPr lang="en-US" altLang="zh-CN" sz="1100" b="1"/>
                        <a:t>Class</a:t>
                      </a:r>
                      <a:endParaRPr lang="en-US" altLang="zh-CN" sz="1100" b="1"/>
                    </a:p>
                  </a:txBody>
                  <a:tcPr marL="62230" marR="62230" marT="28892" marB="28892" anchor="ctr" anchorCtr="0">
                    <a:lnL w="5080" cap="flat" cmpd="sng">
                      <a:solidFill>
                        <a:srgbClr val="DFE2E5"/>
                      </a:solidFill>
                      <a:prstDash val="solid"/>
                      <a:headEnd type="none" w="med" len="med"/>
                      <a:tailEnd type="none" w="med" len="med"/>
                    </a:lnL>
                    <a:lnR w="5080" cap="flat" cmpd="sng">
                      <a:solidFill>
                        <a:srgbClr val="DFE2E5"/>
                      </a:solidFill>
                      <a:prstDash val="solid"/>
                      <a:headEnd type="none" w="med" len="med"/>
                      <a:tailEnd type="none" w="med" len="med"/>
                    </a:lnR>
                    <a:lnT w="5080" cap="flat" cmpd="sng">
                      <a:solidFill>
                        <a:srgbClr val="DFE2E5"/>
                      </a:solidFill>
                      <a:prstDash val="solid"/>
                      <a:headEnd type="none" w="med" len="med"/>
                      <a:tailEnd type="none" w="med" len="med"/>
                    </a:lnT>
                    <a:lnB w="5080" cap="flat" cmpd="sng">
                      <a:solidFill>
                        <a:srgbClr val="DFE2E5"/>
                      </a:solidFill>
                      <a:prstDash val="solid"/>
                      <a:headEnd type="none" w="med" len="med"/>
                      <a:tailEnd type="none" w="med" len="med"/>
                    </a:lnB>
                    <a:noFill/>
                  </a:tcPr>
                </a:tc>
                <a:tc>
                  <a:txBody>
                    <a:bodyPr/>
                    <a:p>
                      <a:pPr marL="0" indent="0" algn="ctr">
                        <a:spcBef>
                          <a:spcPct val="0"/>
                        </a:spcBef>
                        <a:spcAft>
                          <a:spcPct val="0"/>
                        </a:spcAft>
                      </a:pPr>
                      <a:r>
                        <a:rPr lang="en-US" altLang="zh-CN" sz="1100" b="1"/>
                        <a:t>BUPT ID</a:t>
                      </a:r>
                      <a:endParaRPr lang="en-US" altLang="zh-CN" sz="1100" b="1"/>
                    </a:p>
                  </a:txBody>
                  <a:tcPr marL="62230" marR="62230" marT="28892" marB="28892" anchor="ctr" anchorCtr="0">
                    <a:lnL w="5080" cap="flat" cmpd="sng">
                      <a:solidFill>
                        <a:srgbClr val="DFE2E5"/>
                      </a:solidFill>
                      <a:prstDash val="solid"/>
                      <a:headEnd type="none" w="med" len="med"/>
                      <a:tailEnd type="none" w="med" len="med"/>
                    </a:lnL>
                    <a:lnR w="5080" cap="flat" cmpd="sng">
                      <a:solidFill>
                        <a:srgbClr val="DFE2E5"/>
                      </a:solidFill>
                      <a:prstDash val="solid"/>
                      <a:headEnd type="none" w="med" len="med"/>
                      <a:tailEnd type="none" w="med" len="med"/>
                    </a:lnR>
                    <a:lnT w="5080" cap="flat" cmpd="sng">
                      <a:solidFill>
                        <a:srgbClr val="DFE2E5"/>
                      </a:solidFill>
                      <a:prstDash val="solid"/>
                      <a:headEnd type="none" w="med" len="med"/>
                      <a:tailEnd type="none" w="med" len="med"/>
                    </a:lnT>
                    <a:lnB w="5080" cap="flat" cmpd="sng">
                      <a:solidFill>
                        <a:srgbClr val="DFE2E5"/>
                      </a:solidFill>
                      <a:prstDash val="solid"/>
                      <a:headEnd type="none" w="med" len="med"/>
                      <a:tailEnd type="none" w="med" len="med"/>
                    </a:lnB>
                    <a:noFill/>
                  </a:tcPr>
                </a:tc>
                <a:tc>
                  <a:txBody>
                    <a:bodyPr/>
                    <a:p>
                      <a:pPr marL="0" indent="0" algn="ctr">
                        <a:spcBef>
                          <a:spcPct val="0"/>
                        </a:spcBef>
                        <a:spcAft>
                          <a:spcPct val="0"/>
                        </a:spcAft>
                      </a:pPr>
                      <a:r>
                        <a:rPr lang="en-US" altLang="zh-CN" sz="1100" b="1"/>
                        <a:t>Task Allocation</a:t>
                      </a:r>
                      <a:endParaRPr lang="en-US" altLang="zh-CN" sz="1100" b="1"/>
                    </a:p>
                  </a:txBody>
                  <a:tcPr marL="62230" marR="62230" marT="28892" marB="28892" anchor="ctr" anchorCtr="0">
                    <a:lnL w="5080" cap="flat" cmpd="sng">
                      <a:solidFill>
                        <a:srgbClr val="DFE2E5"/>
                      </a:solidFill>
                      <a:prstDash val="solid"/>
                      <a:headEnd type="none" w="med" len="med"/>
                      <a:tailEnd type="none" w="med" len="med"/>
                    </a:lnL>
                    <a:lnR w="5080" cap="flat" cmpd="sng">
                      <a:solidFill>
                        <a:srgbClr val="DFE2E5"/>
                      </a:solidFill>
                      <a:prstDash val="solid"/>
                      <a:headEnd type="none" w="med" len="med"/>
                      <a:tailEnd type="none" w="med" len="med"/>
                    </a:lnR>
                    <a:lnT w="5080" cap="flat" cmpd="sng">
                      <a:solidFill>
                        <a:srgbClr val="DFE2E5"/>
                      </a:solidFill>
                      <a:prstDash val="solid"/>
                      <a:headEnd type="none" w="med" len="med"/>
                      <a:tailEnd type="none" w="med" len="med"/>
                    </a:lnT>
                    <a:lnB w="5080" cap="flat" cmpd="sng">
                      <a:solidFill>
                        <a:srgbClr val="DFE2E5"/>
                      </a:solidFill>
                      <a:prstDash val="solid"/>
                      <a:headEnd type="none" w="med" len="med"/>
                      <a:tailEnd type="none" w="med" len="med"/>
                    </a:lnB>
                    <a:noFill/>
                  </a:tcPr>
                </a:tc>
              </a:tr>
              <a:tr h="0">
                <a:tc>
                  <a:txBody>
                    <a:bodyPr/>
                    <a:p>
                      <a:pPr marL="0" indent="0" algn="ctr">
                        <a:spcBef>
                          <a:spcPct val="0"/>
                        </a:spcBef>
                        <a:spcAft>
                          <a:spcPct val="0"/>
                        </a:spcAft>
                      </a:pPr>
                      <a:r>
                        <a:rPr lang="en-US" altLang="zh-CN" sz="1100"/>
                        <a:t>Yifan Chen</a:t>
                      </a:r>
                      <a:endParaRPr lang="en-US" altLang="zh-CN" sz="1100"/>
                    </a:p>
                  </a:txBody>
                  <a:tcPr marL="62230" marR="62230" marT="28892" marB="28892" anchor="ctr" anchorCtr="0">
                    <a:lnL w="5080" cap="flat" cmpd="sng">
                      <a:solidFill>
                        <a:srgbClr val="DFE2E5"/>
                      </a:solidFill>
                      <a:prstDash val="solid"/>
                      <a:headEnd type="none" w="med" len="med"/>
                      <a:tailEnd type="none" w="med" len="med"/>
                    </a:lnL>
                    <a:lnR w="5080" cap="flat" cmpd="sng">
                      <a:solidFill>
                        <a:srgbClr val="DFE2E5"/>
                      </a:solidFill>
                      <a:prstDash val="solid"/>
                      <a:headEnd type="none" w="med" len="med"/>
                      <a:tailEnd type="none" w="med" len="med"/>
                    </a:lnR>
                    <a:lnT w="5080" cap="flat" cmpd="sng">
                      <a:solidFill>
                        <a:srgbClr val="DFE2E5"/>
                      </a:solidFill>
                      <a:prstDash val="solid"/>
                      <a:headEnd type="none" w="med" len="med"/>
                      <a:tailEnd type="none" w="med" len="med"/>
                    </a:lnT>
                    <a:lnB w="5080" cap="flat" cmpd="sng">
                      <a:solidFill>
                        <a:srgbClr val="DFE2E5"/>
                      </a:solidFill>
                      <a:prstDash val="solid"/>
                      <a:headEnd type="none" w="med" len="med"/>
                      <a:tailEnd type="none" w="med" len="med"/>
                    </a:lnB>
                    <a:noFill/>
                  </a:tcPr>
                </a:tc>
                <a:tc>
                  <a:txBody>
                    <a:bodyPr/>
                    <a:p>
                      <a:pPr marL="0" indent="0" algn="ctr">
                        <a:spcBef>
                          <a:spcPct val="0"/>
                        </a:spcBef>
                        <a:spcAft>
                          <a:spcPct val="0"/>
                        </a:spcAft>
                      </a:pPr>
                      <a:r>
                        <a:rPr lang="en-US" altLang="zh-CN" sz="1100"/>
                        <a:t>2023215103</a:t>
                      </a:r>
                      <a:endParaRPr lang="en-US" altLang="zh-CN" sz="1100"/>
                    </a:p>
                  </a:txBody>
                  <a:tcPr marL="62230" marR="62230" marT="28892" marB="28892" anchor="ctr" anchorCtr="0">
                    <a:lnL w="5080" cap="flat" cmpd="sng">
                      <a:solidFill>
                        <a:srgbClr val="DFE2E5"/>
                      </a:solidFill>
                      <a:prstDash val="solid"/>
                      <a:headEnd type="none" w="med" len="med"/>
                      <a:tailEnd type="none" w="med" len="med"/>
                    </a:lnL>
                    <a:lnR w="5080" cap="flat" cmpd="sng">
                      <a:solidFill>
                        <a:srgbClr val="DFE2E5"/>
                      </a:solidFill>
                      <a:prstDash val="solid"/>
                      <a:headEnd type="none" w="med" len="med"/>
                      <a:tailEnd type="none" w="med" len="med"/>
                    </a:lnR>
                    <a:lnT w="5080" cap="flat" cmpd="sng">
                      <a:solidFill>
                        <a:srgbClr val="DFE2E5"/>
                      </a:solidFill>
                      <a:prstDash val="solid"/>
                      <a:headEnd type="none" w="med" len="med"/>
                      <a:tailEnd type="none" w="med" len="med"/>
                    </a:lnT>
                    <a:lnB w="5080" cap="flat" cmpd="sng">
                      <a:solidFill>
                        <a:srgbClr val="DFE2E5"/>
                      </a:solidFill>
                      <a:prstDash val="solid"/>
                      <a:headEnd type="none" w="med" len="med"/>
                      <a:tailEnd type="none" w="med" len="med"/>
                    </a:lnB>
                    <a:noFill/>
                  </a:tcPr>
                </a:tc>
                <a:tc>
                  <a:txBody>
                    <a:bodyPr/>
                    <a:p>
                      <a:pPr marL="0" indent="0" algn="ctr">
                        <a:spcBef>
                          <a:spcPct val="0"/>
                        </a:spcBef>
                        <a:spcAft>
                          <a:spcPct val="0"/>
                        </a:spcAft>
                      </a:pPr>
                      <a:r>
                        <a:rPr lang="en-US" altLang="zh-CN" sz="1100"/>
                        <a:t>2023213098</a:t>
                      </a:r>
                      <a:endParaRPr lang="en-US" altLang="zh-CN" sz="1100"/>
                    </a:p>
                  </a:txBody>
                  <a:tcPr marL="62230" marR="62230" marT="28892" marB="28892" anchor="ctr" anchorCtr="0">
                    <a:lnL w="5080" cap="flat" cmpd="sng">
                      <a:solidFill>
                        <a:srgbClr val="DFE2E5"/>
                      </a:solidFill>
                      <a:prstDash val="solid"/>
                      <a:headEnd type="none" w="med" len="med"/>
                      <a:tailEnd type="none" w="med" len="med"/>
                    </a:lnL>
                    <a:lnR w="5080" cap="flat" cmpd="sng">
                      <a:solidFill>
                        <a:srgbClr val="DFE2E5"/>
                      </a:solidFill>
                      <a:prstDash val="solid"/>
                      <a:headEnd type="none" w="med" len="med"/>
                      <a:tailEnd type="none" w="med" len="med"/>
                    </a:lnR>
                    <a:lnT w="5080" cap="flat" cmpd="sng">
                      <a:solidFill>
                        <a:srgbClr val="DFE2E5"/>
                      </a:solidFill>
                      <a:prstDash val="solid"/>
                      <a:headEnd type="none" w="med" len="med"/>
                      <a:tailEnd type="none" w="med" len="med"/>
                    </a:lnT>
                    <a:lnB w="5080" cap="flat" cmpd="sng">
                      <a:solidFill>
                        <a:srgbClr val="DFE2E5"/>
                      </a:solidFill>
                      <a:prstDash val="solid"/>
                      <a:headEnd type="none" w="med" len="med"/>
                      <a:tailEnd type="none" w="med" len="med"/>
                    </a:lnB>
                    <a:noFill/>
                  </a:tcPr>
                </a:tc>
                <a:tc>
                  <a:txBody>
                    <a:bodyPr/>
                    <a:p>
                      <a:pPr marL="0" indent="0">
                        <a:spcBef>
                          <a:spcPct val="0"/>
                        </a:spcBef>
                        <a:spcAft>
                          <a:spcPct val="0"/>
                        </a:spcAft>
                      </a:pPr>
                      <a:r>
                        <a:rPr lang="en-US" altLang="zh-CN" sz="1100"/>
                        <a:t>Coordinate progress, design wiring schemes, connect and check hardware issues, design FreeRTOS tasks and debugging programs for each sensor, consult hardware manuals and function descriptions, and write documents.</a:t>
                      </a:r>
                      <a:endParaRPr lang="en-US" altLang="zh-CN" sz="1100"/>
                    </a:p>
                  </a:txBody>
                  <a:tcPr marL="62230" marR="62230" marT="28892" marB="28892" anchor="ctr" anchorCtr="0">
                    <a:lnL w="5080" cap="flat" cmpd="sng">
                      <a:solidFill>
                        <a:srgbClr val="DFE2E5"/>
                      </a:solidFill>
                      <a:prstDash val="solid"/>
                      <a:headEnd type="none" w="med" len="med"/>
                      <a:tailEnd type="none" w="med" len="med"/>
                    </a:lnL>
                    <a:lnR w="5080" cap="flat" cmpd="sng">
                      <a:solidFill>
                        <a:srgbClr val="DFE2E5"/>
                      </a:solidFill>
                      <a:prstDash val="solid"/>
                      <a:headEnd type="none" w="med" len="med"/>
                      <a:tailEnd type="none" w="med" len="med"/>
                    </a:lnR>
                    <a:lnT w="5080" cap="flat" cmpd="sng">
                      <a:solidFill>
                        <a:srgbClr val="DFE2E5"/>
                      </a:solidFill>
                      <a:prstDash val="solid"/>
                      <a:headEnd type="none" w="med" len="med"/>
                      <a:tailEnd type="none" w="med" len="med"/>
                    </a:lnT>
                    <a:lnB w="5080" cap="flat" cmpd="sng">
                      <a:solidFill>
                        <a:srgbClr val="DFE2E5"/>
                      </a:solidFill>
                      <a:prstDash val="solid"/>
                      <a:headEnd type="none" w="med" len="med"/>
                      <a:tailEnd type="none" w="med" len="med"/>
                    </a:lnB>
                    <a:noFill/>
                  </a:tcPr>
                </a:tc>
              </a:tr>
              <a:tr h="0">
                <a:tc>
                  <a:txBody>
                    <a:bodyPr/>
                    <a:p>
                      <a:pPr marL="0" indent="0" algn="ctr">
                        <a:spcBef>
                          <a:spcPct val="0"/>
                        </a:spcBef>
                        <a:spcAft>
                          <a:spcPct val="0"/>
                        </a:spcAft>
                      </a:pPr>
                      <a:r>
                        <a:rPr lang="en-US" altLang="zh-CN" sz="1100"/>
                        <a:t>Zixuan Wang</a:t>
                      </a:r>
                      <a:endParaRPr lang="en-US" altLang="zh-CN" sz="1100"/>
                    </a:p>
                  </a:txBody>
                  <a:tcPr marL="62230" marR="62230" marT="28892" marB="28892" anchor="ctr" anchorCtr="0">
                    <a:lnL w="5080" cap="flat" cmpd="sng">
                      <a:solidFill>
                        <a:srgbClr val="DFE2E5"/>
                      </a:solidFill>
                      <a:prstDash val="solid"/>
                      <a:headEnd type="none" w="med" len="med"/>
                      <a:tailEnd type="none" w="med" len="med"/>
                    </a:lnL>
                    <a:lnR w="5080" cap="flat" cmpd="sng">
                      <a:solidFill>
                        <a:srgbClr val="DFE2E5"/>
                      </a:solidFill>
                      <a:prstDash val="solid"/>
                      <a:headEnd type="none" w="med" len="med"/>
                      <a:tailEnd type="none" w="med" len="med"/>
                    </a:lnR>
                    <a:lnT w="5080" cap="flat" cmpd="sng">
                      <a:solidFill>
                        <a:srgbClr val="DFE2E5"/>
                      </a:solidFill>
                      <a:prstDash val="solid"/>
                      <a:headEnd type="none" w="med" len="med"/>
                      <a:tailEnd type="none" w="med" len="med"/>
                    </a:lnT>
                    <a:lnB w="5080" cap="flat" cmpd="sng">
                      <a:solidFill>
                        <a:srgbClr val="DFE2E5"/>
                      </a:solidFill>
                      <a:prstDash val="solid"/>
                      <a:headEnd type="none" w="med" len="med"/>
                      <a:tailEnd type="none" w="med" len="med"/>
                    </a:lnB>
                    <a:noFill/>
                  </a:tcPr>
                </a:tc>
                <a:tc>
                  <a:txBody>
                    <a:bodyPr/>
                    <a:p>
                      <a:pPr marL="0" indent="0" algn="ctr">
                        <a:spcBef>
                          <a:spcPct val="0"/>
                        </a:spcBef>
                        <a:spcAft>
                          <a:spcPct val="0"/>
                        </a:spcAft>
                      </a:pPr>
                      <a:r>
                        <a:rPr lang="en-US" altLang="zh-CN" sz="1100"/>
                        <a:t>2023215101</a:t>
                      </a:r>
                      <a:endParaRPr lang="en-US" altLang="zh-CN" sz="1100"/>
                    </a:p>
                  </a:txBody>
                  <a:tcPr marL="62230" marR="62230" marT="28892" marB="28892" anchor="ctr" anchorCtr="0">
                    <a:lnL w="5080" cap="flat" cmpd="sng">
                      <a:solidFill>
                        <a:srgbClr val="DFE2E5"/>
                      </a:solidFill>
                      <a:prstDash val="solid"/>
                      <a:headEnd type="none" w="med" len="med"/>
                      <a:tailEnd type="none" w="med" len="med"/>
                    </a:lnL>
                    <a:lnR w="5080" cap="flat" cmpd="sng">
                      <a:solidFill>
                        <a:srgbClr val="DFE2E5"/>
                      </a:solidFill>
                      <a:prstDash val="solid"/>
                      <a:headEnd type="none" w="med" len="med"/>
                      <a:tailEnd type="none" w="med" len="med"/>
                    </a:lnR>
                    <a:lnT w="5080" cap="flat" cmpd="sng">
                      <a:solidFill>
                        <a:srgbClr val="DFE2E5"/>
                      </a:solidFill>
                      <a:prstDash val="solid"/>
                      <a:headEnd type="none" w="med" len="med"/>
                      <a:tailEnd type="none" w="med" len="med"/>
                    </a:lnT>
                    <a:lnB w="5080" cap="flat" cmpd="sng">
                      <a:solidFill>
                        <a:srgbClr val="DFE2E5"/>
                      </a:solidFill>
                      <a:prstDash val="solid"/>
                      <a:headEnd type="none" w="med" len="med"/>
                      <a:tailEnd type="none" w="med" len="med"/>
                    </a:lnB>
                    <a:noFill/>
                  </a:tcPr>
                </a:tc>
                <a:tc>
                  <a:txBody>
                    <a:bodyPr/>
                    <a:p>
                      <a:pPr marL="0" indent="0" algn="ctr">
                        <a:spcBef>
                          <a:spcPct val="0"/>
                        </a:spcBef>
                        <a:spcAft>
                          <a:spcPct val="0"/>
                        </a:spcAft>
                      </a:pPr>
                      <a:r>
                        <a:rPr lang="en-US" altLang="zh-CN" sz="1100"/>
                        <a:t>2023213051</a:t>
                      </a:r>
                      <a:endParaRPr lang="en-US" altLang="zh-CN" sz="1100"/>
                    </a:p>
                  </a:txBody>
                  <a:tcPr marL="62230" marR="62230" marT="28892" marB="28892" anchor="ctr" anchorCtr="0">
                    <a:lnL w="5080" cap="flat" cmpd="sng">
                      <a:solidFill>
                        <a:srgbClr val="DFE2E5"/>
                      </a:solidFill>
                      <a:prstDash val="solid"/>
                      <a:headEnd type="none" w="med" len="med"/>
                      <a:tailEnd type="none" w="med" len="med"/>
                    </a:lnL>
                    <a:lnR w="5080" cap="flat" cmpd="sng">
                      <a:solidFill>
                        <a:srgbClr val="DFE2E5"/>
                      </a:solidFill>
                      <a:prstDash val="solid"/>
                      <a:headEnd type="none" w="med" len="med"/>
                      <a:tailEnd type="none" w="med" len="med"/>
                    </a:lnR>
                    <a:lnT w="5080" cap="flat" cmpd="sng">
                      <a:solidFill>
                        <a:srgbClr val="DFE2E5"/>
                      </a:solidFill>
                      <a:prstDash val="solid"/>
                      <a:headEnd type="none" w="med" len="med"/>
                      <a:tailEnd type="none" w="med" len="med"/>
                    </a:lnT>
                    <a:lnB w="5080" cap="flat" cmpd="sng">
                      <a:solidFill>
                        <a:srgbClr val="DFE2E5"/>
                      </a:solidFill>
                      <a:prstDash val="solid"/>
                      <a:headEnd type="none" w="med" len="med"/>
                      <a:tailEnd type="none" w="med" len="med"/>
                    </a:lnB>
                    <a:noFill/>
                  </a:tcPr>
                </a:tc>
                <a:tc>
                  <a:txBody>
                    <a:bodyPr/>
                    <a:p>
                      <a:pPr marL="0" indent="0">
                        <a:spcBef>
                          <a:spcPct val="0"/>
                        </a:spcBef>
                        <a:spcAft>
                          <a:spcPct val="0"/>
                        </a:spcAft>
                      </a:pPr>
                      <a:r>
                        <a:rPr lang="en-US" altLang="zh-CN" sz="1100"/>
                        <a:t>Assist in progress management, write documents, collect and integrate code, hardware manuals and other materials, and assist in function testing and vehicle assembly.</a:t>
                      </a:r>
                      <a:endParaRPr lang="en-US" altLang="zh-CN" sz="1100"/>
                    </a:p>
                  </a:txBody>
                  <a:tcPr marL="62230" marR="62230" marT="28892" marB="28892" anchor="ctr" anchorCtr="0">
                    <a:lnL w="5080" cap="flat" cmpd="sng">
                      <a:solidFill>
                        <a:srgbClr val="DFE2E5"/>
                      </a:solidFill>
                      <a:prstDash val="solid"/>
                      <a:headEnd type="none" w="med" len="med"/>
                      <a:tailEnd type="none" w="med" len="med"/>
                    </a:lnL>
                    <a:lnR w="5080" cap="flat" cmpd="sng">
                      <a:solidFill>
                        <a:srgbClr val="DFE2E5"/>
                      </a:solidFill>
                      <a:prstDash val="solid"/>
                      <a:headEnd type="none" w="med" len="med"/>
                      <a:tailEnd type="none" w="med" len="med"/>
                    </a:lnR>
                    <a:lnT w="5080" cap="flat" cmpd="sng">
                      <a:solidFill>
                        <a:srgbClr val="DFE2E5"/>
                      </a:solidFill>
                      <a:prstDash val="solid"/>
                      <a:headEnd type="none" w="med" len="med"/>
                      <a:tailEnd type="none" w="med" len="med"/>
                    </a:lnT>
                    <a:lnB w="5080" cap="flat" cmpd="sng">
                      <a:solidFill>
                        <a:srgbClr val="DFE2E5"/>
                      </a:solidFill>
                      <a:prstDash val="solid"/>
                      <a:headEnd type="none" w="med" len="med"/>
                      <a:tailEnd type="none" w="med" len="med"/>
                    </a:lnB>
                    <a:noFill/>
                  </a:tcPr>
                </a:tc>
              </a:tr>
              <a:tr h="0">
                <a:tc>
                  <a:txBody>
                    <a:bodyPr/>
                    <a:p>
                      <a:pPr marL="0" indent="0" algn="ctr">
                        <a:spcBef>
                          <a:spcPct val="0"/>
                        </a:spcBef>
                        <a:spcAft>
                          <a:spcPct val="0"/>
                        </a:spcAft>
                      </a:pPr>
                      <a:r>
                        <a:rPr lang="en-US" altLang="zh-CN" sz="1100"/>
                        <a:t>Cheng Wei</a:t>
                      </a:r>
                      <a:endParaRPr lang="en-US" altLang="zh-CN" sz="1100"/>
                    </a:p>
                  </a:txBody>
                  <a:tcPr marL="62230" marR="62230" marT="28892" marB="28892" anchor="ctr" anchorCtr="0">
                    <a:lnL w="5080" cap="flat" cmpd="sng">
                      <a:solidFill>
                        <a:srgbClr val="DFE2E5"/>
                      </a:solidFill>
                      <a:prstDash val="solid"/>
                      <a:headEnd type="none" w="med" len="med"/>
                      <a:tailEnd type="none" w="med" len="med"/>
                    </a:lnL>
                    <a:lnR w="5080" cap="flat" cmpd="sng">
                      <a:solidFill>
                        <a:srgbClr val="DFE2E5"/>
                      </a:solidFill>
                      <a:prstDash val="solid"/>
                      <a:headEnd type="none" w="med" len="med"/>
                      <a:tailEnd type="none" w="med" len="med"/>
                    </a:lnR>
                    <a:lnT w="5080" cap="flat" cmpd="sng">
                      <a:solidFill>
                        <a:srgbClr val="DFE2E5"/>
                      </a:solidFill>
                      <a:prstDash val="solid"/>
                      <a:headEnd type="none" w="med" len="med"/>
                      <a:tailEnd type="none" w="med" len="med"/>
                    </a:lnT>
                    <a:lnB w="5080" cap="flat" cmpd="sng">
                      <a:solidFill>
                        <a:srgbClr val="DFE2E5"/>
                      </a:solidFill>
                      <a:prstDash val="solid"/>
                      <a:headEnd type="none" w="med" len="med"/>
                      <a:tailEnd type="none" w="med" len="med"/>
                    </a:lnB>
                    <a:noFill/>
                  </a:tcPr>
                </a:tc>
                <a:tc>
                  <a:txBody>
                    <a:bodyPr/>
                    <a:p>
                      <a:pPr marL="0" indent="0" algn="ctr">
                        <a:spcBef>
                          <a:spcPct val="0"/>
                        </a:spcBef>
                        <a:spcAft>
                          <a:spcPct val="0"/>
                        </a:spcAft>
                      </a:pPr>
                      <a:r>
                        <a:rPr lang="en-US" altLang="zh-CN" sz="1100"/>
                        <a:t>2023215105</a:t>
                      </a:r>
                      <a:endParaRPr lang="en-US" altLang="zh-CN" sz="1100"/>
                    </a:p>
                  </a:txBody>
                  <a:tcPr marL="62230" marR="62230" marT="28892" marB="28892" anchor="ctr" anchorCtr="0">
                    <a:lnL w="5080" cap="flat" cmpd="sng">
                      <a:solidFill>
                        <a:srgbClr val="DFE2E5"/>
                      </a:solidFill>
                      <a:prstDash val="solid"/>
                      <a:headEnd type="none" w="med" len="med"/>
                      <a:tailEnd type="none" w="med" len="med"/>
                    </a:lnL>
                    <a:lnR w="5080" cap="flat" cmpd="sng">
                      <a:solidFill>
                        <a:srgbClr val="DFE2E5"/>
                      </a:solidFill>
                      <a:prstDash val="solid"/>
                      <a:headEnd type="none" w="med" len="med"/>
                      <a:tailEnd type="none" w="med" len="med"/>
                    </a:lnR>
                    <a:lnT w="5080" cap="flat" cmpd="sng">
                      <a:solidFill>
                        <a:srgbClr val="DFE2E5"/>
                      </a:solidFill>
                      <a:prstDash val="solid"/>
                      <a:headEnd type="none" w="med" len="med"/>
                      <a:tailEnd type="none" w="med" len="med"/>
                    </a:lnT>
                    <a:lnB w="5080" cap="flat" cmpd="sng">
                      <a:solidFill>
                        <a:srgbClr val="DFE2E5"/>
                      </a:solidFill>
                      <a:prstDash val="solid"/>
                      <a:headEnd type="none" w="med" len="med"/>
                      <a:tailEnd type="none" w="med" len="med"/>
                    </a:lnB>
                    <a:noFill/>
                  </a:tcPr>
                </a:tc>
                <a:tc>
                  <a:txBody>
                    <a:bodyPr/>
                    <a:p>
                      <a:pPr marL="0" indent="0" algn="ctr">
                        <a:spcBef>
                          <a:spcPct val="0"/>
                        </a:spcBef>
                        <a:spcAft>
                          <a:spcPct val="0"/>
                        </a:spcAft>
                      </a:pPr>
                      <a:r>
                        <a:rPr lang="en-US" altLang="zh-CN" sz="1100"/>
                        <a:t>2023213171</a:t>
                      </a:r>
                      <a:endParaRPr lang="en-US" altLang="zh-CN" sz="1100"/>
                    </a:p>
                  </a:txBody>
                  <a:tcPr marL="62230" marR="62230" marT="28892" marB="28892" anchor="ctr" anchorCtr="0">
                    <a:lnL w="5080" cap="flat" cmpd="sng">
                      <a:solidFill>
                        <a:srgbClr val="DFE2E5"/>
                      </a:solidFill>
                      <a:prstDash val="solid"/>
                      <a:headEnd type="none" w="med" len="med"/>
                      <a:tailEnd type="none" w="med" len="med"/>
                    </a:lnL>
                    <a:lnR w="5080" cap="flat" cmpd="sng">
                      <a:solidFill>
                        <a:srgbClr val="DFE2E5"/>
                      </a:solidFill>
                      <a:prstDash val="solid"/>
                      <a:headEnd type="none" w="med" len="med"/>
                      <a:tailEnd type="none" w="med" len="med"/>
                    </a:lnR>
                    <a:lnT w="5080" cap="flat" cmpd="sng">
                      <a:solidFill>
                        <a:srgbClr val="DFE2E5"/>
                      </a:solidFill>
                      <a:prstDash val="solid"/>
                      <a:headEnd type="none" w="med" len="med"/>
                      <a:tailEnd type="none" w="med" len="med"/>
                    </a:lnT>
                    <a:lnB w="5080" cap="flat" cmpd="sng">
                      <a:solidFill>
                        <a:srgbClr val="DFE2E5"/>
                      </a:solidFill>
                      <a:prstDash val="solid"/>
                      <a:headEnd type="none" w="med" len="med"/>
                      <a:tailEnd type="none" w="med" len="med"/>
                    </a:lnB>
                    <a:noFill/>
                  </a:tcPr>
                </a:tc>
                <a:tc>
                  <a:txBody>
                    <a:bodyPr/>
                    <a:p>
                      <a:pPr marL="0" indent="0">
                        <a:spcBef>
                          <a:spcPct val="0"/>
                        </a:spcBef>
                        <a:spcAft>
                          <a:spcPct val="0"/>
                        </a:spcAft>
                      </a:pPr>
                      <a:r>
                        <a:rPr lang="en-US" altLang="zh-CN" sz="1100"/>
                        <a:t>Check program logic, inspect hardware circuits, design and debug motion control logic, design IMU and radar data collection, calculation and filtering functions, and record serial port debugging data.</a:t>
                      </a:r>
                      <a:endParaRPr lang="en-US" altLang="zh-CN" sz="1100"/>
                    </a:p>
                  </a:txBody>
                  <a:tcPr marL="62230" marR="62230" marT="28892" marB="28892" anchor="ctr" anchorCtr="0">
                    <a:lnL w="5080" cap="flat" cmpd="sng">
                      <a:solidFill>
                        <a:srgbClr val="DFE2E5"/>
                      </a:solidFill>
                      <a:prstDash val="solid"/>
                      <a:headEnd type="none" w="med" len="med"/>
                      <a:tailEnd type="none" w="med" len="med"/>
                    </a:lnL>
                    <a:lnR w="5080" cap="flat" cmpd="sng">
                      <a:solidFill>
                        <a:srgbClr val="DFE2E5"/>
                      </a:solidFill>
                      <a:prstDash val="solid"/>
                      <a:headEnd type="none" w="med" len="med"/>
                      <a:tailEnd type="none" w="med" len="med"/>
                    </a:lnR>
                    <a:lnT w="5080" cap="flat" cmpd="sng">
                      <a:solidFill>
                        <a:srgbClr val="DFE2E5"/>
                      </a:solidFill>
                      <a:prstDash val="solid"/>
                      <a:headEnd type="none" w="med" len="med"/>
                      <a:tailEnd type="none" w="med" len="med"/>
                    </a:lnT>
                    <a:lnB w="5080" cap="flat" cmpd="sng">
                      <a:solidFill>
                        <a:srgbClr val="DFE2E5"/>
                      </a:solidFill>
                      <a:prstDash val="solid"/>
                      <a:headEnd type="none" w="med" len="med"/>
                      <a:tailEnd type="none" w="med" len="med"/>
                    </a:lnB>
                    <a:noFill/>
                  </a:tcPr>
                </a:tc>
              </a:tr>
              <a:tr h="0">
                <a:tc>
                  <a:txBody>
                    <a:bodyPr/>
                    <a:p>
                      <a:pPr marL="0" indent="0" algn="ctr">
                        <a:spcBef>
                          <a:spcPct val="0"/>
                        </a:spcBef>
                        <a:spcAft>
                          <a:spcPct val="0"/>
                        </a:spcAft>
                      </a:pPr>
                      <a:r>
                        <a:rPr lang="en-US" altLang="zh-CN" sz="1100"/>
                        <a:t>Mengdi Yang</a:t>
                      </a:r>
                      <a:endParaRPr lang="en-US" altLang="zh-CN" sz="1100"/>
                    </a:p>
                  </a:txBody>
                  <a:tcPr marL="62230" marR="62230" marT="28892" marB="28892" anchor="ctr" anchorCtr="0">
                    <a:lnL w="5080" cap="flat" cmpd="sng">
                      <a:solidFill>
                        <a:srgbClr val="DFE2E5"/>
                      </a:solidFill>
                      <a:prstDash val="solid"/>
                      <a:headEnd type="none" w="med" len="med"/>
                      <a:tailEnd type="none" w="med" len="med"/>
                    </a:lnL>
                    <a:lnR w="5080" cap="flat" cmpd="sng">
                      <a:solidFill>
                        <a:srgbClr val="DFE2E5"/>
                      </a:solidFill>
                      <a:prstDash val="solid"/>
                      <a:headEnd type="none" w="med" len="med"/>
                      <a:tailEnd type="none" w="med" len="med"/>
                    </a:lnR>
                    <a:lnT w="5080" cap="flat" cmpd="sng">
                      <a:solidFill>
                        <a:srgbClr val="DFE2E5"/>
                      </a:solidFill>
                      <a:prstDash val="solid"/>
                      <a:headEnd type="none" w="med" len="med"/>
                      <a:tailEnd type="none" w="med" len="med"/>
                    </a:lnT>
                    <a:lnB w="5080" cap="flat" cmpd="sng">
                      <a:solidFill>
                        <a:srgbClr val="DFE2E5"/>
                      </a:solidFill>
                      <a:prstDash val="solid"/>
                      <a:headEnd type="none" w="med" len="med"/>
                      <a:tailEnd type="none" w="med" len="med"/>
                    </a:lnB>
                    <a:noFill/>
                  </a:tcPr>
                </a:tc>
                <a:tc>
                  <a:txBody>
                    <a:bodyPr/>
                    <a:p>
                      <a:pPr marL="0" indent="0" algn="ctr">
                        <a:spcBef>
                          <a:spcPct val="0"/>
                        </a:spcBef>
                        <a:spcAft>
                          <a:spcPct val="0"/>
                        </a:spcAft>
                      </a:pPr>
                      <a:r>
                        <a:rPr lang="en-US" altLang="zh-CN" sz="1100"/>
                        <a:t>2023215107</a:t>
                      </a:r>
                      <a:endParaRPr lang="en-US" altLang="zh-CN" sz="1100"/>
                    </a:p>
                  </a:txBody>
                  <a:tcPr marL="62230" marR="62230" marT="28892" marB="28892" anchor="ctr" anchorCtr="0">
                    <a:lnL w="5080" cap="flat" cmpd="sng">
                      <a:solidFill>
                        <a:srgbClr val="DFE2E5"/>
                      </a:solidFill>
                      <a:prstDash val="solid"/>
                      <a:headEnd type="none" w="med" len="med"/>
                      <a:tailEnd type="none" w="med" len="med"/>
                    </a:lnL>
                    <a:lnR w="5080" cap="flat" cmpd="sng">
                      <a:solidFill>
                        <a:srgbClr val="DFE2E5"/>
                      </a:solidFill>
                      <a:prstDash val="solid"/>
                      <a:headEnd type="none" w="med" len="med"/>
                      <a:tailEnd type="none" w="med" len="med"/>
                    </a:lnR>
                    <a:lnT w="5080" cap="flat" cmpd="sng">
                      <a:solidFill>
                        <a:srgbClr val="DFE2E5"/>
                      </a:solidFill>
                      <a:prstDash val="solid"/>
                      <a:headEnd type="none" w="med" len="med"/>
                      <a:tailEnd type="none" w="med" len="med"/>
                    </a:lnT>
                    <a:lnB w="5080" cap="flat" cmpd="sng">
                      <a:solidFill>
                        <a:srgbClr val="DFE2E5"/>
                      </a:solidFill>
                      <a:prstDash val="solid"/>
                      <a:headEnd type="none" w="med" len="med"/>
                      <a:tailEnd type="none" w="med" len="med"/>
                    </a:lnB>
                    <a:noFill/>
                  </a:tcPr>
                </a:tc>
                <a:tc>
                  <a:txBody>
                    <a:bodyPr/>
                    <a:p>
                      <a:pPr marL="0" indent="0" algn="ctr">
                        <a:spcBef>
                          <a:spcPct val="0"/>
                        </a:spcBef>
                        <a:spcAft>
                          <a:spcPct val="0"/>
                        </a:spcAft>
                      </a:pPr>
                      <a:r>
                        <a:rPr lang="en-US" altLang="zh-CN" sz="1100"/>
                        <a:t>2023213226</a:t>
                      </a:r>
                      <a:endParaRPr lang="en-US" altLang="zh-CN" sz="1100"/>
                    </a:p>
                  </a:txBody>
                  <a:tcPr marL="62230" marR="62230" marT="28892" marB="28892" anchor="ctr" anchorCtr="0">
                    <a:lnL w="5080" cap="flat" cmpd="sng">
                      <a:solidFill>
                        <a:srgbClr val="DFE2E5"/>
                      </a:solidFill>
                      <a:prstDash val="solid"/>
                      <a:headEnd type="none" w="med" len="med"/>
                      <a:tailEnd type="none" w="med" len="med"/>
                    </a:lnL>
                    <a:lnR w="5080" cap="flat" cmpd="sng">
                      <a:solidFill>
                        <a:srgbClr val="DFE2E5"/>
                      </a:solidFill>
                      <a:prstDash val="solid"/>
                      <a:headEnd type="none" w="med" len="med"/>
                      <a:tailEnd type="none" w="med" len="med"/>
                    </a:lnR>
                    <a:lnT w="5080" cap="flat" cmpd="sng">
                      <a:solidFill>
                        <a:srgbClr val="DFE2E5"/>
                      </a:solidFill>
                      <a:prstDash val="solid"/>
                      <a:headEnd type="none" w="med" len="med"/>
                      <a:tailEnd type="none" w="med" len="med"/>
                    </a:lnT>
                    <a:lnB w="5080" cap="flat" cmpd="sng">
                      <a:solidFill>
                        <a:srgbClr val="DFE2E5"/>
                      </a:solidFill>
                      <a:prstDash val="solid"/>
                      <a:headEnd type="none" w="med" len="med"/>
                      <a:tailEnd type="none" w="med" len="med"/>
                    </a:lnB>
                    <a:noFill/>
                  </a:tcPr>
                </a:tc>
                <a:tc>
                  <a:txBody>
                    <a:bodyPr/>
                    <a:p>
                      <a:pPr marL="0" indent="0">
                        <a:spcBef>
                          <a:spcPct val="0"/>
                        </a:spcBef>
                        <a:spcAft>
                          <a:spcPct val="0"/>
                        </a:spcAft>
                      </a:pPr>
                      <a:r>
                        <a:rPr lang="en-US" altLang="zh-CN" sz="1100"/>
                        <a:t>Collect and integrate code, hardware manuals and other materials, collect and integrate key hardware driver library functions and guide team members to use them, assist in writing documents, and beautify the vehicle.</a:t>
                      </a:r>
                      <a:endParaRPr lang="en-US" altLang="zh-CN" sz="1100"/>
                    </a:p>
                  </a:txBody>
                  <a:tcPr marL="62230" marR="62230" marT="28892" marB="28892" anchor="ctr" anchorCtr="0">
                    <a:lnL w="5080" cap="flat" cmpd="sng">
                      <a:solidFill>
                        <a:srgbClr val="DFE2E5"/>
                      </a:solidFill>
                      <a:prstDash val="solid"/>
                      <a:headEnd type="none" w="med" len="med"/>
                      <a:tailEnd type="none" w="med" len="med"/>
                    </a:lnL>
                    <a:lnR w="5080" cap="flat" cmpd="sng">
                      <a:solidFill>
                        <a:srgbClr val="DFE2E5"/>
                      </a:solidFill>
                      <a:prstDash val="solid"/>
                      <a:headEnd type="none" w="med" len="med"/>
                      <a:tailEnd type="none" w="med" len="med"/>
                    </a:lnR>
                    <a:lnT w="5080" cap="flat" cmpd="sng">
                      <a:solidFill>
                        <a:srgbClr val="DFE2E5"/>
                      </a:solidFill>
                      <a:prstDash val="solid"/>
                      <a:headEnd type="none" w="med" len="med"/>
                      <a:tailEnd type="none" w="med" len="med"/>
                    </a:lnT>
                    <a:lnB w="5080" cap="flat" cmpd="sng">
                      <a:solidFill>
                        <a:srgbClr val="DFE2E5"/>
                      </a:solidFill>
                      <a:prstDash val="solid"/>
                      <a:headEnd type="none" w="med" len="med"/>
                      <a:tailEnd type="none" w="med" len="med"/>
                    </a:lnB>
                    <a:noFill/>
                  </a:tcPr>
                </a:tc>
              </a:tr>
              <a:tr h="0">
                <a:tc>
                  <a:txBody>
                    <a:bodyPr/>
                    <a:p>
                      <a:pPr marL="0" indent="0" algn="ctr">
                        <a:spcBef>
                          <a:spcPct val="0"/>
                        </a:spcBef>
                        <a:spcAft>
                          <a:spcPct val="0"/>
                        </a:spcAft>
                      </a:pPr>
                      <a:r>
                        <a:rPr lang="en-US" altLang="zh-CN" sz="1100"/>
                        <a:t>Congbo Li</a:t>
                      </a:r>
                      <a:endParaRPr lang="en-US" altLang="zh-CN" sz="1100"/>
                    </a:p>
                  </a:txBody>
                  <a:tcPr marL="62230" marR="62230" marT="28892" marB="28892" anchor="ctr" anchorCtr="0">
                    <a:lnL w="5080" cap="flat" cmpd="sng">
                      <a:solidFill>
                        <a:srgbClr val="DFE2E5"/>
                      </a:solidFill>
                      <a:prstDash val="solid"/>
                      <a:headEnd type="none" w="med" len="med"/>
                      <a:tailEnd type="none" w="med" len="med"/>
                    </a:lnL>
                    <a:lnR w="5080" cap="flat" cmpd="sng">
                      <a:solidFill>
                        <a:srgbClr val="DFE2E5"/>
                      </a:solidFill>
                      <a:prstDash val="solid"/>
                      <a:headEnd type="none" w="med" len="med"/>
                      <a:tailEnd type="none" w="med" len="med"/>
                    </a:lnR>
                    <a:lnT w="5080" cap="flat" cmpd="sng">
                      <a:solidFill>
                        <a:srgbClr val="DFE2E5"/>
                      </a:solidFill>
                      <a:prstDash val="solid"/>
                      <a:headEnd type="none" w="med" len="med"/>
                      <a:tailEnd type="none" w="med" len="med"/>
                    </a:lnT>
                    <a:lnB w="5080" cap="flat" cmpd="sng">
                      <a:solidFill>
                        <a:srgbClr val="DFE2E5"/>
                      </a:solidFill>
                      <a:prstDash val="solid"/>
                      <a:headEnd type="none" w="med" len="med"/>
                      <a:tailEnd type="none" w="med" len="med"/>
                    </a:lnB>
                    <a:noFill/>
                  </a:tcPr>
                </a:tc>
                <a:tc>
                  <a:txBody>
                    <a:bodyPr/>
                    <a:p>
                      <a:pPr marL="0" indent="0" algn="ctr">
                        <a:spcBef>
                          <a:spcPct val="0"/>
                        </a:spcBef>
                        <a:spcAft>
                          <a:spcPct val="0"/>
                        </a:spcAft>
                      </a:pPr>
                      <a:r>
                        <a:rPr lang="en-US" altLang="zh-CN" sz="1100"/>
                        <a:t>2023215109</a:t>
                      </a:r>
                      <a:endParaRPr lang="en-US" altLang="zh-CN" sz="1100"/>
                    </a:p>
                  </a:txBody>
                  <a:tcPr marL="62230" marR="62230" marT="28892" marB="28892" anchor="ctr" anchorCtr="0">
                    <a:lnL w="5080" cap="flat" cmpd="sng">
                      <a:solidFill>
                        <a:srgbClr val="DFE2E5"/>
                      </a:solidFill>
                      <a:prstDash val="solid"/>
                      <a:headEnd type="none" w="med" len="med"/>
                      <a:tailEnd type="none" w="med" len="med"/>
                    </a:lnL>
                    <a:lnR w="5080" cap="flat" cmpd="sng">
                      <a:solidFill>
                        <a:srgbClr val="DFE2E5"/>
                      </a:solidFill>
                      <a:prstDash val="solid"/>
                      <a:headEnd type="none" w="med" len="med"/>
                      <a:tailEnd type="none" w="med" len="med"/>
                    </a:lnR>
                    <a:lnT w="5080" cap="flat" cmpd="sng">
                      <a:solidFill>
                        <a:srgbClr val="DFE2E5"/>
                      </a:solidFill>
                      <a:prstDash val="solid"/>
                      <a:headEnd type="none" w="med" len="med"/>
                      <a:tailEnd type="none" w="med" len="med"/>
                    </a:lnT>
                    <a:lnB w="5080" cap="flat" cmpd="sng">
                      <a:solidFill>
                        <a:srgbClr val="DFE2E5"/>
                      </a:solidFill>
                      <a:prstDash val="solid"/>
                      <a:headEnd type="none" w="med" len="med"/>
                      <a:tailEnd type="none" w="med" len="med"/>
                    </a:lnB>
                    <a:noFill/>
                  </a:tcPr>
                </a:tc>
                <a:tc>
                  <a:txBody>
                    <a:bodyPr/>
                    <a:p>
                      <a:pPr marL="0" indent="0" algn="ctr">
                        <a:spcBef>
                          <a:spcPct val="0"/>
                        </a:spcBef>
                        <a:spcAft>
                          <a:spcPct val="0"/>
                        </a:spcAft>
                      </a:pPr>
                      <a:r>
                        <a:rPr lang="en-US" altLang="zh-CN" sz="1100"/>
                        <a:t>2023213269</a:t>
                      </a:r>
                      <a:endParaRPr lang="en-US" altLang="zh-CN" sz="1100"/>
                    </a:p>
                  </a:txBody>
                  <a:tcPr marL="62230" marR="62230" marT="28892" marB="28892" anchor="ctr" anchorCtr="0">
                    <a:lnL w="5080" cap="flat" cmpd="sng">
                      <a:solidFill>
                        <a:srgbClr val="DFE2E5"/>
                      </a:solidFill>
                      <a:prstDash val="solid"/>
                      <a:headEnd type="none" w="med" len="med"/>
                      <a:tailEnd type="none" w="med" len="med"/>
                    </a:lnL>
                    <a:lnR w="5080" cap="flat" cmpd="sng">
                      <a:solidFill>
                        <a:srgbClr val="DFE2E5"/>
                      </a:solidFill>
                      <a:prstDash val="solid"/>
                      <a:headEnd type="none" w="med" len="med"/>
                      <a:tailEnd type="none" w="med" len="med"/>
                    </a:lnR>
                    <a:lnT w="5080" cap="flat" cmpd="sng">
                      <a:solidFill>
                        <a:srgbClr val="DFE2E5"/>
                      </a:solidFill>
                      <a:prstDash val="solid"/>
                      <a:headEnd type="none" w="med" len="med"/>
                      <a:tailEnd type="none" w="med" len="med"/>
                    </a:lnT>
                    <a:lnB w="5080" cap="flat" cmpd="sng">
                      <a:solidFill>
                        <a:srgbClr val="DFE2E5"/>
                      </a:solidFill>
                      <a:prstDash val="solid"/>
                      <a:headEnd type="none" w="med" len="med"/>
                      <a:tailEnd type="none" w="med" len="med"/>
                    </a:lnB>
                    <a:noFill/>
                  </a:tcPr>
                </a:tc>
                <a:tc>
                  <a:txBody>
                    <a:bodyPr/>
                    <a:p>
                      <a:pPr marL="0" indent="0">
                        <a:spcBef>
                          <a:spcPct val="0"/>
                        </a:spcBef>
                        <a:spcAft>
                          <a:spcPct val="0"/>
                        </a:spcAft>
                      </a:pPr>
                      <a:r>
                        <a:rPr lang="en-US" altLang="zh-CN" sz="1100"/>
                        <a:t>Inspect, test and repair hardware circuits, assemble and repair vehicles, assist in manual and information consultation, assist in testing motion functions and parameter adjustment, and assist in writing documents.</a:t>
                      </a:r>
                      <a:endParaRPr lang="en-US" altLang="zh-CN" sz="1100"/>
                    </a:p>
                  </a:txBody>
                  <a:tcPr marL="62230" marR="62230" marT="28892" marB="28892" anchor="ctr" anchorCtr="0">
                    <a:lnL w="5080" cap="flat" cmpd="sng">
                      <a:solidFill>
                        <a:srgbClr val="DFE2E5"/>
                      </a:solidFill>
                      <a:prstDash val="solid"/>
                      <a:headEnd type="none" w="med" len="med"/>
                      <a:tailEnd type="none" w="med" len="med"/>
                    </a:lnL>
                    <a:lnR w="5080" cap="flat" cmpd="sng">
                      <a:solidFill>
                        <a:srgbClr val="DFE2E5"/>
                      </a:solidFill>
                      <a:prstDash val="solid"/>
                      <a:headEnd type="none" w="med" len="med"/>
                      <a:tailEnd type="none" w="med" len="med"/>
                    </a:lnR>
                    <a:lnT w="5080" cap="flat" cmpd="sng">
                      <a:solidFill>
                        <a:srgbClr val="DFE2E5"/>
                      </a:solidFill>
                      <a:prstDash val="solid"/>
                      <a:headEnd type="none" w="med" len="med"/>
                      <a:tailEnd type="none" w="med" len="med"/>
                    </a:lnT>
                    <a:lnB w="5080" cap="flat" cmpd="sng">
                      <a:solidFill>
                        <a:srgbClr val="DFE2E5"/>
                      </a:solidFill>
                      <a:prstDash val="solid"/>
                      <a:headEnd type="none" w="med" len="med"/>
                      <a:tailEnd type="none" w="med" len="med"/>
                    </a:lnB>
                    <a:noFill/>
                  </a:tcPr>
                </a:tc>
              </a:tr>
              <a:tr h="0">
                <a:tc>
                  <a:txBody>
                    <a:bodyPr/>
                    <a:p>
                      <a:pPr marL="0" indent="0" algn="ctr">
                        <a:spcBef>
                          <a:spcPct val="0"/>
                        </a:spcBef>
                        <a:spcAft>
                          <a:spcPct val="0"/>
                        </a:spcAft>
                      </a:pPr>
                      <a:r>
                        <a:rPr lang="en-US" altLang="zh-CN" sz="1100"/>
                        <a:t>Yunao Zhang</a:t>
                      </a:r>
                      <a:endParaRPr lang="en-US" altLang="zh-CN" sz="1100"/>
                    </a:p>
                  </a:txBody>
                  <a:tcPr marL="62230" marR="62230" marT="28892" marB="28892" anchor="ctr" anchorCtr="0">
                    <a:lnL w="5080" cap="flat" cmpd="sng">
                      <a:solidFill>
                        <a:srgbClr val="DFE2E5"/>
                      </a:solidFill>
                      <a:prstDash val="solid"/>
                      <a:headEnd type="none" w="med" len="med"/>
                      <a:tailEnd type="none" w="med" len="med"/>
                    </a:lnL>
                    <a:lnR w="5080" cap="flat" cmpd="sng">
                      <a:solidFill>
                        <a:srgbClr val="DFE2E5"/>
                      </a:solidFill>
                      <a:prstDash val="solid"/>
                      <a:headEnd type="none" w="med" len="med"/>
                      <a:tailEnd type="none" w="med" len="med"/>
                    </a:lnR>
                    <a:lnT w="5080" cap="flat" cmpd="sng">
                      <a:solidFill>
                        <a:srgbClr val="DFE2E5"/>
                      </a:solidFill>
                      <a:prstDash val="solid"/>
                      <a:headEnd type="none" w="med" len="med"/>
                      <a:tailEnd type="none" w="med" len="med"/>
                    </a:lnT>
                    <a:lnB w="5080" cap="flat" cmpd="sng">
                      <a:solidFill>
                        <a:srgbClr val="DFE2E5"/>
                      </a:solidFill>
                      <a:prstDash val="solid"/>
                      <a:headEnd type="none" w="med" len="med"/>
                      <a:tailEnd type="none" w="med" len="med"/>
                    </a:lnB>
                    <a:noFill/>
                  </a:tcPr>
                </a:tc>
                <a:tc>
                  <a:txBody>
                    <a:bodyPr/>
                    <a:p>
                      <a:pPr marL="0" indent="0" algn="ctr">
                        <a:spcBef>
                          <a:spcPct val="0"/>
                        </a:spcBef>
                        <a:spcAft>
                          <a:spcPct val="0"/>
                        </a:spcAft>
                      </a:pPr>
                      <a:r>
                        <a:rPr lang="en-US" altLang="zh-CN" sz="1100"/>
                        <a:t>2023215117</a:t>
                      </a:r>
                      <a:endParaRPr lang="en-US" altLang="zh-CN" sz="1100"/>
                    </a:p>
                  </a:txBody>
                  <a:tcPr marL="62230" marR="62230" marT="28892" marB="28892" anchor="ctr" anchorCtr="0">
                    <a:lnL w="5080" cap="flat" cmpd="sng">
                      <a:solidFill>
                        <a:srgbClr val="DFE2E5"/>
                      </a:solidFill>
                      <a:prstDash val="solid"/>
                      <a:headEnd type="none" w="med" len="med"/>
                      <a:tailEnd type="none" w="med" len="med"/>
                    </a:lnL>
                    <a:lnR w="5080" cap="flat" cmpd="sng">
                      <a:solidFill>
                        <a:srgbClr val="DFE2E5"/>
                      </a:solidFill>
                      <a:prstDash val="solid"/>
                      <a:headEnd type="none" w="med" len="med"/>
                      <a:tailEnd type="none" w="med" len="med"/>
                    </a:lnR>
                    <a:lnT w="5080" cap="flat" cmpd="sng">
                      <a:solidFill>
                        <a:srgbClr val="DFE2E5"/>
                      </a:solidFill>
                      <a:prstDash val="solid"/>
                      <a:headEnd type="none" w="med" len="med"/>
                      <a:tailEnd type="none" w="med" len="med"/>
                    </a:lnT>
                    <a:lnB w="5080" cap="flat" cmpd="sng">
                      <a:solidFill>
                        <a:srgbClr val="DFE2E5"/>
                      </a:solidFill>
                      <a:prstDash val="solid"/>
                      <a:headEnd type="none" w="med" len="med"/>
                      <a:tailEnd type="none" w="med" len="med"/>
                    </a:lnB>
                    <a:noFill/>
                  </a:tcPr>
                </a:tc>
                <a:tc>
                  <a:txBody>
                    <a:bodyPr/>
                    <a:p>
                      <a:pPr marL="0" indent="0" algn="ctr">
                        <a:spcBef>
                          <a:spcPct val="0"/>
                        </a:spcBef>
                        <a:spcAft>
                          <a:spcPct val="0"/>
                        </a:spcAft>
                      </a:pPr>
                      <a:r>
                        <a:rPr lang="en-US" altLang="zh-CN" sz="1100"/>
                        <a:t>2023213519</a:t>
                      </a:r>
                      <a:endParaRPr lang="en-US" altLang="zh-CN" sz="1100"/>
                    </a:p>
                  </a:txBody>
                  <a:tcPr marL="62230" marR="62230" marT="28892" marB="28892" anchor="ctr" anchorCtr="0">
                    <a:lnL w="5080" cap="flat" cmpd="sng">
                      <a:solidFill>
                        <a:srgbClr val="DFE2E5"/>
                      </a:solidFill>
                      <a:prstDash val="solid"/>
                      <a:headEnd type="none" w="med" len="med"/>
                      <a:tailEnd type="none" w="med" len="med"/>
                    </a:lnL>
                    <a:lnR w="5080" cap="flat" cmpd="sng">
                      <a:solidFill>
                        <a:srgbClr val="DFE2E5"/>
                      </a:solidFill>
                      <a:prstDash val="solid"/>
                      <a:headEnd type="none" w="med" len="med"/>
                      <a:tailEnd type="none" w="med" len="med"/>
                    </a:lnR>
                    <a:lnT w="5080" cap="flat" cmpd="sng">
                      <a:solidFill>
                        <a:srgbClr val="DFE2E5"/>
                      </a:solidFill>
                      <a:prstDash val="solid"/>
                      <a:headEnd type="none" w="med" len="med"/>
                      <a:tailEnd type="none" w="med" len="med"/>
                    </a:lnT>
                    <a:lnB w="5080" cap="flat" cmpd="sng">
                      <a:solidFill>
                        <a:srgbClr val="DFE2E5"/>
                      </a:solidFill>
                      <a:prstDash val="solid"/>
                      <a:headEnd type="none" w="med" len="med"/>
                      <a:tailEnd type="none" w="med" len="med"/>
                    </a:lnB>
                    <a:noFill/>
                  </a:tcPr>
                </a:tc>
                <a:tc>
                  <a:txBody>
                    <a:bodyPr/>
                    <a:p>
                      <a:pPr marL="0" indent="0">
                        <a:spcBef>
                          <a:spcPct val="0"/>
                        </a:spcBef>
                        <a:spcAft>
                          <a:spcPct val="0"/>
                        </a:spcAft>
                      </a:pPr>
                      <a:r>
                        <a:rPr lang="en-US" altLang="zh-CN" sz="1100"/>
                        <a:t>Assemble and repair vehicles, check program logic, inspect hardware circuits, assist in testing motion functions and parameter adjustment, and assist in writing documents.</a:t>
                      </a:r>
                      <a:endParaRPr lang="en-US" altLang="zh-CN" sz="1100"/>
                    </a:p>
                  </a:txBody>
                  <a:tcPr marL="62230" marR="62230" marT="28892" marB="28892" anchor="ctr" anchorCtr="0">
                    <a:lnL w="5080" cap="flat" cmpd="sng">
                      <a:solidFill>
                        <a:srgbClr val="DFE2E5"/>
                      </a:solidFill>
                      <a:prstDash val="solid"/>
                      <a:headEnd type="none" w="med" len="med"/>
                      <a:tailEnd type="none" w="med" len="med"/>
                    </a:lnL>
                    <a:lnR w="5080" cap="flat" cmpd="sng">
                      <a:solidFill>
                        <a:srgbClr val="DFE2E5"/>
                      </a:solidFill>
                      <a:prstDash val="solid"/>
                      <a:headEnd type="none" w="med" len="med"/>
                      <a:tailEnd type="none" w="med" len="med"/>
                    </a:lnR>
                    <a:lnT w="5080" cap="flat" cmpd="sng">
                      <a:solidFill>
                        <a:srgbClr val="DFE2E5"/>
                      </a:solidFill>
                      <a:prstDash val="solid"/>
                      <a:headEnd type="none" w="med" len="med"/>
                      <a:tailEnd type="none" w="med" len="med"/>
                    </a:lnT>
                    <a:lnB w="5080" cap="flat" cmpd="sng">
                      <a:solidFill>
                        <a:srgbClr val="DFE2E5"/>
                      </a:solidFill>
                      <a:prstDash val="solid"/>
                      <a:headEnd type="none" w="med" len="med"/>
                      <a:tailEnd type="none" w="med" len="med"/>
                    </a:lnB>
                    <a:noFill/>
                  </a:tcPr>
                </a:tc>
              </a:tr>
            </a:tbl>
          </a:graphicData>
        </a:graphic>
      </p:graphicFrame>
      <p:graphicFrame>
        <p:nvGraphicFramePr>
          <p:cNvPr id="11" name="表格 10"/>
          <p:cNvGraphicFramePr/>
          <p:nvPr/>
        </p:nvGraphicFramePr>
        <p:xfrm>
          <a:off x="765810" y="3593148"/>
          <a:ext cx="10941685" cy="2186940"/>
        </p:xfrm>
        <a:graphic>
          <a:graphicData uri="http://schemas.openxmlformats.org/drawingml/2006/table">
            <a:tbl>
              <a:tblPr/>
              <a:tblGrid>
                <a:gridCol w="957580"/>
                <a:gridCol w="907415"/>
                <a:gridCol w="872490"/>
                <a:gridCol w="8204200"/>
              </a:tblGrid>
              <a:tr h="0">
                <a:tc>
                  <a:txBody>
                    <a:bodyPr/>
                    <a:p>
                      <a:pPr marL="0" indent="0" algn="ctr">
                        <a:spcBef>
                          <a:spcPct val="0"/>
                        </a:spcBef>
                        <a:spcAft>
                          <a:spcPct val="0"/>
                        </a:spcAft>
                      </a:pPr>
                      <a:r>
                        <a:rPr lang="en-US" altLang="zh-CN" sz="1100" b="1"/>
                        <a:t>Member</a:t>
                      </a:r>
                      <a:endParaRPr lang="en-US" altLang="zh-CN" sz="1100" b="1"/>
                    </a:p>
                  </a:txBody>
                  <a:tcPr marL="62230" marR="62230" marT="28892" marB="28892" anchor="ctr" anchorCtr="0">
                    <a:lnL w="5080" cap="flat" cmpd="sng">
                      <a:solidFill>
                        <a:srgbClr val="DFE2E5"/>
                      </a:solidFill>
                      <a:prstDash val="solid"/>
                      <a:headEnd type="none" w="med" len="med"/>
                      <a:tailEnd type="none" w="med" len="med"/>
                    </a:lnL>
                    <a:lnR w="5080" cap="flat" cmpd="sng">
                      <a:solidFill>
                        <a:srgbClr val="DFE2E5"/>
                      </a:solidFill>
                      <a:prstDash val="solid"/>
                      <a:headEnd type="none" w="med" len="med"/>
                      <a:tailEnd type="none" w="med" len="med"/>
                    </a:lnR>
                    <a:lnT w="5080" cap="flat" cmpd="sng">
                      <a:solidFill>
                        <a:srgbClr val="DFE2E5"/>
                      </a:solidFill>
                      <a:prstDash val="solid"/>
                      <a:headEnd type="none" w="med" len="med"/>
                      <a:tailEnd type="none" w="med" len="med"/>
                    </a:lnT>
                    <a:lnB w="5080" cap="flat" cmpd="sng">
                      <a:solidFill>
                        <a:srgbClr val="DFE2E5"/>
                      </a:solidFill>
                      <a:prstDash val="solid"/>
                      <a:headEnd type="none" w="med" len="med"/>
                      <a:tailEnd type="none" w="med" len="med"/>
                    </a:lnB>
                    <a:noFill/>
                  </a:tcPr>
                </a:tc>
                <a:tc>
                  <a:txBody>
                    <a:bodyPr/>
                    <a:p>
                      <a:pPr marL="0" indent="0" algn="ctr">
                        <a:spcBef>
                          <a:spcPct val="0"/>
                        </a:spcBef>
                        <a:spcAft>
                          <a:spcPct val="0"/>
                        </a:spcAft>
                      </a:pPr>
                      <a:r>
                        <a:rPr lang="en-US" altLang="zh-CN" sz="1100" b="1"/>
                        <a:t>Class</a:t>
                      </a:r>
                      <a:endParaRPr lang="en-US" altLang="zh-CN" sz="1100" b="1"/>
                    </a:p>
                  </a:txBody>
                  <a:tcPr marL="62230" marR="62230" marT="28892" marB="28892" anchor="ctr" anchorCtr="0">
                    <a:lnL w="5080" cap="flat" cmpd="sng">
                      <a:solidFill>
                        <a:srgbClr val="DFE2E5"/>
                      </a:solidFill>
                      <a:prstDash val="solid"/>
                      <a:headEnd type="none" w="med" len="med"/>
                      <a:tailEnd type="none" w="med" len="med"/>
                    </a:lnL>
                    <a:lnR w="5080" cap="flat" cmpd="sng">
                      <a:solidFill>
                        <a:srgbClr val="DFE2E5"/>
                      </a:solidFill>
                      <a:prstDash val="solid"/>
                      <a:headEnd type="none" w="med" len="med"/>
                      <a:tailEnd type="none" w="med" len="med"/>
                    </a:lnR>
                    <a:lnT w="5080" cap="flat" cmpd="sng">
                      <a:solidFill>
                        <a:srgbClr val="DFE2E5"/>
                      </a:solidFill>
                      <a:prstDash val="solid"/>
                      <a:headEnd type="none" w="med" len="med"/>
                      <a:tailEnd type="none" w="med" len="med"/>
                    </a:lnT>
                    <a:lnB w="5080" cap="flat" cmpd="sng">
                      <a:solidFill>
                        <a:srgbClr val="DFE2E5"/>
                      </a:solidFill>
                      <a:prstDash val="solid"/>
                      <a:headEnd type="none" w="med" len="med"/>
                      <a:tailEnd type="none" w="med" len="med"/>
                    </a:lnB>
                    <a:noFill/>
                  </a:tcPr>
                </a:tc>
                <a:tc>
                  <a:txBody>
                    <a:bodyPr/>
                    <a:p>
                      <a:pPr marL="0" indent="0" algn="ctr">
                        <a:spcBef>
                          <a:spcPct val="0"/>
                        </a:spcBef>
                        <a:spcAft>
                          <a:spcPct val="0"/>
                        </a:spcAft>
                      </a:pPr>
                      <a:r>
                        <a:rPr lang="en-US" altLang="zh-CN" sz="1100" b="1"/>
                        <a:t>BUPT ID</a:t>
                      </a:r>
                      <a:endParaRPr lang="en-US" altLang="zh-CN" sz="1100" b="1"/>
                    </a:p>
                  </a:txBody>
                  <a:tcPr marL="62230" marR="62230" marT="28892" marB="28892" anchor="ctr" anchorCtr="0">
                    <a:lnL w="5080" cap="flat" cmpd="sng">
                      <a:solidFill>
                        <a:srgbClr val="DFE2E5"/>
                      </a:solidFill>
                      <a:prstDash val="solid"/>
                      <a:headEnd type="none" w="med" len="med"/>
                      <a:tailEnd type="none" w="med" len="med"/>
                    </a:lnL>
                    <a:lnR w="5080" cap="flat" cmpd="sng">
                      <a:solidFill>
                        <a:srgbClr val="DFE2E5"/>
                      </a:solidFill>
                      <a:prstDash val="solid"/>
                      <a:headEnd type="none" w="med" len="med"/>
                      <a:tailEnd type="none" w="med" len="med"/>
                    </a:lnR>
                    <a:lnT w="5080" cap="flat" cmpd="sng">
                      <a:solidFill>
                        <a:srgbClr val="DFE2E5"/>
                      </a:solidFill>
                      <a:prstDash val="solid"/>
                      <a:headEnd type="none" w="med" len="med"/>
                      <a:tailEnd type="none" w="med" len="med"/>
                    </a:lnT>
                    <a:lnB w="5080" cap="flat" cmpd="sng">
                      <a:solidFill>
                        <a:srgbClr val="DFE2E5"/>
                      </a:solidFill>
                      <a:prstDash val="solid"/>
                      <a:headEnd type="none" w="med" len="med"/>
                      <a:tailEnd type="none" w="med" len="med"/>
                    </a:lnB>
                    <a:noFill/>
                  </a:tcPr>
                </a:tc>
                <a:tc>
                  <a:txBody>
                    <a:bodyPr/>
                    <a:p>
                      <a:pPr marL="0" indent="0" algn="ctr">
                        <a:spcBef>
                          <a:spcPct val="0"/>
                        </a:spcBef>
                        <a:spcAft>
                          <a:spcPct val="0"/>
                        </a:spcAft>
                      </a:pPr>
                      <a:r>
                        <a:rPr lang="en-US" altLang="zh-CN" sz="1100" b="1"/>
                        <a:t>Task Allocation</a:t>
                      </a:r>
                      <a:endParaRPr lang="en-US" altLang="zh-CN" sz="1100" b="1"/>
                    </a:p>
                  </a:txBody>
                  <a:tcPr marL="62230" marR="62230" marT="28892" marB="28892" anchor="ctr" anchorCtr="0">
                    <a:lnL w="5080" cap="flat" cmpd="sng">
                      <a:solidFill>
                        <a:srgbClr val="DFE2E5"/>
                      </a:solidFill>
                      <a:prstDash val="solid"/>
                      <a:headEnd type="none" w="med" len="med"/>
                      <a:tailEnd type="none" w="med" len="med"/>
                    </a:lnL>
                    <a:lnR w="5080" cap="flat" cmpd="sng">
                      <a:solidFill>
                        <a:srgbClr val="DFE2E5"/>
                      </a:solidFill>
                      <a:prstDash val="solid"/>
                      <a:headEnd type="none" w="med" len="med"/>
                      <a:tailEnd type="none" w="med" len="med"/>
                    </a:lnR>
                    <a:lnT w="5080" cap="flat" cmpd="sng">
                      <a:solidFill>
                        <a:srgbClr val="DFE2E5"/>
                      </a:solidFill>
                      <a:prstDash val="solid"/>
                      <a:headEnd type="none" w="med" len="med"/>
                      <a:tailEnd type="none" w="med" len="med"/>
                    </a:lnT>
                    <a:lnB w="5080" cap="flat" cmpd="sng">
                      <a:solidFill>
                        <a:srgbClr val="DFE2E5"/>
                      </a:solidFill>
                      <a:prstDash val="solid"/>
                      <a:headEnd type="none" w="med" len="med"/>
                      <a:tailEnd type="none" w="med" len="med"/>
                    </a:lnB>
                    <a:noFill/>
                  </a:tcPr>
                </a:tc>
              </a:tr>
              <a:tr h="0">
                <a:tc>
                  <a:txBody>
                    <a:bodyPr/>
                    <a:p>
                      <a:pPr marL="0" indent="0" algn="ctr">
                        <a:spcBef>
                          <a:spcPct val="0"/>
                        </a:spcBef>
                        <a:spcAft>
                          <a:spcPct val="0"/>
                        </a:spcAft>
                      </a:pPr>
                      <a:r>
                        <a:rPr lang="en-US" altLang="zh-CN" sz="1100"/>
                        <a:t>Fuyang Li</a:t>
                      </a:r>
                      <a:endParaRPr lang="en-US" altLang="zh-CN" sz="1100"/>
                    </a:p>
                  </a:txBody>
                  <a:tcPr marL="62230" marR="62230" marT="28892" marB="28892" anchor="ctr" anchorCtr="0">
                    <a:lnL w="5080" cap="flat" cmpd="sng">
                      <a:solidFill>
                        <a:srgbClr val="DFE2E5"/>
                      </a:solidFill>
                      <a:prstDash val="solid"/>
                      <a:headEnd type="none" w="med" len="med"/>
                      <a:tailEnd type="none" w="med" len="med"/>
                    </a:lnL>
                    <a:lnR w="5080" cap="flat" cmpd="sng">
                      <a:solidFill>
                        <a:srgbClr val="DFE2E5"/>
                      </a:solidFill>
                      <a:prstDash val="solid"/>
                      <a:headEnd type="none" w="med" len="med"/>
                      <a:tailEnd type="none" w="med" len="med"/>
                    </a:lnR>
                    <a:lnT w="5080" cap="flat" cmpd="sng">
                      <a:solidFill>
                        <a:srgbClr val="DFE2E5"/>
                      </a:solidFill>
                      <a:prstDash val="solid"/>
                      <a:headEnd type="none" w="med" len="med"/>
                      <a:tailEnd type="none" w="med" len="med"/>
                    </a:lnT>
                    <a:lnB w="5080" cap="flat" cmpd="sng">
                      <a:solidFill>
                        <a:srgbClr val="DFE2E5"/>
                      </a:solidFill>
                      <a:prstDash val="solid"/>
                      <a:headEnd type="none" w="med" len="med"/>
                      <a:tailEnd type="none" w="med" len="med"/>
                    </a:lnB>
                    <a:noFill/>
                  </a:tcPr>
                </a:tc>
                <a:tc>
                  <a:txBody>
                    <a:bodyPr/>
                    <a:p>
                      <a:pPr marL="0" indent="0" algn="ctr">
                        <a:spcBef>
                          <a:spcPct val="0"/>
                        </a:spcBef>
                        <a:spcAft>
                          <a:spcPct val="0"/>
                        </a:spcAft>
                      </a:pPr>
                      <a:r>
                        <a:rPr lang="en-US" altLang="zh-CN" sz="1100"/>
                        <a:t>2023215122</a:t>
                      </a:r>
                      <a:endParaRPr lang="en-US" altLang="zh-CN" sz="1100"/>
                    </a:p>
                  </a:txBody>
                  <a:tcPr marL="62230" marR="62230" marT="28892" marB="28892" anchor="ctr" anchorCtr="0">
                    <a:lnL w="5080" cap="flat" cmpd="sng">
                      <a:solidFill>
                        <a:srgbClr val="DFE2E5"/>
                      </a:solidFill>
                      <a:prstDash val="solid"/>
                      <a:headEnd type="none" w="med" len="med"/>
                      <a:tailEnd type="none" w="med" len="med"/>
                    </a:lnL>
                    <a:lnR w="5080" cap="flat" cmpd="sng">
                      <a:solidFill>
                        <a:srgbClr val="DFE2E5"/>
                      </a:solidFill>
                      <a:prstDash val="solid"/>
                      <a:headEnd type="none" w="med" len="med"/>
                      <a:tailEnd type="none" w="med" len="med"/>
                    </a:lnR>
                    <a:lnT w="5080" cap="flat" cmpd="sng">
                      <a:solidFill>
                        <a:srgbClr val="DFE2E5"/>
                      </a:solidFill>
                      <a:prstDash val="solid"/>
                      <a:headEnd type="none" w="med" len="med"/>
                      <a:tailEnd type="none" w="med" len="med"/>
                    </a:lnT>
                    <a:lnB w="5080" cap="flat" cmpd="sng">
                      <a:solidFill>
                        <a:srgbClr val="DFE2E5"/>
                      </a:solidFill>
                      <a:prstDash val="solid"/>
                      <a:headEnd type="none" w="med" len="med"/>
                      <a:tailEnd type="none" w="med" len="med"/>
                    </a:lnB>
                    <a:noFill/>
                  </a:tcPr>
                </a:tc>
                <a:tc>
                  <a:txBody>
                    <a:bodyPr/>
                    <a:p>
                      <a:pPr marL="0" indent="0" algn="ctr">
                        <a:spcBef>
                          <a:spcPct val="0"/>
                        </a:spcBef>
                        <a:spcAft>
                          <a:spcPct val="0"/>
                        </a:spcAft>
                      </a:pPr>
                      <a:r>
                        <a:rPr lang="en-US" altLang="zh-CN" sz="1100"/>
                        <a:t>2023213632</a:t>
                      </a:r>
                      <a:endParaRPr lang="en-US" altLang="zh-CN" sz="1100"/>
                    </a:p>
                  </a:txBody>
                  <a:tcPr marL="62230" marR="62230" marT="28892" marB="28892" anchor="ctr" anchorCtr="0">
                    <a:lnL w="5080" cap="flat" cmpd="sng">
                      <a:solidFill>
                        <a:srgbClr val="DFE2E5"/>
                      </a:solidFill>
                      <a:prstDash val="solid"/>
                      <a:headEnd type="none" w="med" len="med"/>
                      <a:tailEnd type="none" w="med" len="med"/>
                    </a:lnL>
                    <a:lnR w="5080" cap="flat" cmpd="sng">
                      <a:solidFill>
                        <a:srgbClr val="DFE2E5"/>
                      </a:solidFill>
                      <a:prstDash val="solid"/>
                      <a:headEnd type="none" w="med" len="med"/>
                      <a:tailEnd type="none" w="med" len="med"/>
                    </a:lnR>
                    <a:lnT w="5080" cap="flat" cmpd="sng">
                      <a:solidFill>
                        <a:srgbClr val="DFE2E5"/>
                      </a:solidFill>
                      <a:prstDash val="solid"/>
                      <a:headEnd type="none" w="med" len="med"/>
                      <a:tailEnd type="none" w="med" len="med"/>
                    </a:lnT>
                    <a:lnB w="5080" cap="flat" cmpd="sng">
                      <a:solidFill>
                        <a:srgbClr val="DFE2E5"/>
                      </a:solidFill>
                      <a:prstDash val="solid"/>
                      <a:headEnd type="none" w="med" len="med"/>
                      <a:tailEnd type="none" w="med" len="med"/>
                    </a:lnB>
                    <a:noFill/>
                  </a:tcPr>
                </a:tc>
                <a:tc>
                  <a:txBody>
                    <a:bodyPr/>
                    <a:p>
                      <a:pPr marL="0" indent="0">
                        <a:spcBef>
                          <a:spcPct val="0"/>
                        </a:spcBef>
                        <a:spcAft>
                          <a:spcPct val="0"/>
                        </a:spcAft>
                      </a:pPr>
                      <a:r>
                        <a:rPr lang="en-US" altLang="zh-CN" sz="1100"/>
                        <a:t>Responsible for software overall architecture design and development planning; coordinate the integration of automatic navigation main program, path planning, obstacle avoidance and mapping modules; design task scheduling and system communication framework; be responsible for overall debugging and performance verification; write main software description and acceptance documents.</a:t>
                      </a:r>
                      <a:endParaRPr lang="en-US" altLang="zh-CN" sz="1100"/>
                    </a:p>
                  </a:txBody>
                  <a:tcPr marL="62230" marR="62230" marT="28892" marB="28892" anchor="ctr" anchorCtr="0">
                    <a:lnL w="5080" cap="flat" cmpd="sng">
                      <a:solidFill>
                        <a:srgbClr val="DFE2E5"/>
                      </a:solidFill>
                      <a:prstDash val="solid"/>
                      <a:headEnd type="none" w="med" len="med"/>
                      <a:tailEnd type="none" w="med" len="med"/>
                    </a:lnL>
                    <a:lnR w="5080" cap="flat" cmpd="sng">
                      <a:solidFill>
                        <a:srgbClr val="DFE2E5"/>
                      </a:solidFill>
                      <a:prstDash val="solid"/>
                      <a:headEnd type="none" w="med" len="med"/>
                      <a:tailEnd type="none" w="med" len="med"/>
                    </a:lnR>
                    <a:lnT w="5080" cap="flat" cmpd="sng">
                      <a:solidFill>
                        <a:srgbClr val="DFE2E5"/>
                      </a:solidFill>
                      <a:prstDash val="solid"/>
                      <a:headEnd type="none" w="med" len="med"/>
                      <a:tailEnd type="none" w="med" len="med"/>
                    </a:lnT>
                    <a:lnB w="5080" cap="flat" cmpd="sng">
                      <a:solidFill>
                        <a:srgbClr val="DFE2E5"/>
                      </a:solidFill>
                      <a:prstDash val="solid"/>
                      <a:headEnd type="none" w="med" len="med"/>
                      <a:tailEnd type="none" w="med" len="med"/>
                    </a:lnB>
                    <a:noFill/>
                  </a:tcPr>
                </a:tc>
              </a:tr>
              <a:tr h="0">
                <a:tc>
                  <a:txBody>
                    <a:bodyPr/>
                    <a:p>
                      <a:pPr marL="0" indent="0" algn="ctr">
                        <a:spcBef>
                          <a:spcPct val="0"/>
                        </a:spcBef>
                        <a:spcAft>
                          <a:spcPct val="0"/>
                        </a:spcAft>
                      </a:pPr>
                      <a:r>
                        <a:rPr lang="en-US" altLang="zh-CN" sz="1100"/>
                        <a:t>Lirui Pan</a:t>
                      </a:r>
                      <a:endParaRPr lang="en-US" altLang="zh-CN" sz="1100"/>
                    </a:p>
                  </a:txBody>
                  <a:tcPr marL="62230" marR="62230" marT="28892" marB="28892" anchor="ctr" anchorCtr="0">
                    <a:lnL w="5080" cap="flat" cmpd="sng">
                      <a:solidFill>
                        <a:srgbClr val="DFE2E5"/>
                      </a:solidFill>
                      <a:prstDash val="solid"/>
                      <a:headEnd type="none" w="med" len="med"/>
                      <a:tailEnd type="none" w="med" len="med"/>
                    </a:lnL>
                    <a:lnR w="5080" cap="flat" cmpd="sng">
                      <a:solidFill>
                        <a:srgbClr val="DFE2E5"/>
                      </a:solidFill>
                      <a:prstDash val="solid"/>
                      <a:headEnd type="none" w="med" len="med"/>
                      <a:tailEnd type="none" w="med" len="med"/>
                    </a:lnR>
                    <a:lnT w="5080" cap="flat" cmpd="sng">
                      <a:solidFill>
                        <a:srgbClr val="DFE2E5"/>
                      </a:solidFill>
                      <a:prstDash val="solid"/>
                      <a:headEnd type="none" w="med" len="med"/>
                      <a:tailEnd type="none" w="med" len="med"/>
                    </a:lnT>
                    <a:lnB w="5080" cap="flat" cmpd="sng">
                      <a:solidFill>
                        <a:srgbClr val="DFE2E5"/>
                      </a:solidFill>
                      <a:prstDash val="solid"/>
                      <a:headEnd type="none" w="med" len="med"/>
                      <a:tailEnd type="none" w="med" len="med"/>
                    </a:lnB>
                    <a:noFill/>
                  </a:tcPr>
                </a:tc>
                <a:tc>
                  <a:txBody>
                    <a:bodyPr/>
                    <a:p>
                      <a:pPr marL="0" indent="0" algn="ctr">
                        <a:spcBef>
                          <a:spcPct val="0"/>
                        </a:spcBef>
                        <a:spcAft>
                          <a:spcPct val="0"/>
                        </a:spcAft>
                      </a:pPr>
                      <a:r>
                        <a:rPr lang="en-US" altLang="zh-CN" sz="1100"/>
                        <a:t>2023215113</a:t>
                      </a:r>
                      <a:endParaRPr lang="en-US" altLang="zh-CN" sz="1100"/>
                    </a:p>
                  </a:txBody>
                  <a:tcPr marL="62230" marR="62230" marT="28892" marB="28892" anchor="ctr" anchorCtr="0">
                    <a:lnL w="5080" cap="flat" cmpd="sng">
                      <a:solidFill>
                        <a:srgbClr val="DFE2E5"/>
                      </a:solidFill>
                      <a:prstDash val="solid"/>
                      <a:headEnd type="none" w="med" len="med"/>
                      <a:tailEnd type="none" w="med" len="med"/>
                    </a:lnL>
                    <a:lnR w="5080" cap="flat" cmpd="sng">
                      <a:solidFill>
                        <a:srgbClr val="DFE2E5"/>
                      </a:solidFill>
                      <a:prstDash val="solid"/>
                      <a:headEnd type="none" w="med" len="med"/>
                      <a:tailEnd type="none" w="med" len="med"/>
                    </a:lnR>
                    <a:lnT w="5080" cap="flat" cmpd="sng">
                      <a:solidFill>
                        <a:srgbClr val="DFE2E5"/>
                      </a:solidFill>
                      <a:prstDash val="solid"/>
                      <a:headEnd type="none" w="med" len="med"/>
                      <a:tailEnd type="none" w="med" len="med"/>
                    </a:lnT>
                    <a:lnB w="5080" cap="flat" cmpd="sng">
                      <a:solidFill>
                        <a:srgbClr val="DFE2E5"/>
                      </a:solidFill>
                      <a:prstDash val="solid"/>
                      <a:headEnd type="none" w="med" len="med"/>
                      <a:tailEnd type="none" w="med" len="med"/>
                    </a:lnB>
                    <a:noFill/>
                  </a:tcPr>
                </a:tc>
                <a:tc>
                  <a:txBody>
                    <a:bodyPr/>
                    <a:p>
                      <a:pPr marL="0" indent="0" algn="ctr">
                        <a:spcBef>
                          <a:spcPct val="0"/>
                        </a:spcBef>
                        <a:spcAft>
                          <a:spcPct val="0"/>
                        </a:spcAft>
                      </a:pPr>
                      <a:r>
                        <a:rPr lang="en-US" altLang="zh-CN" sz="1100"/>
                        <a:t>2023213401</a:t>
                      </a:r>
                      <a:endParaRPr lang="en-US" altLang="zh-CN" sz="1100"/>
                    </a:p>
                  </a:txBody>
                  <a:tcPr marL="62230" marR="62230" marT="28892" marB="28892" anchor="ctr" anchorCtr="0">
                    <a:lnL w="5080" cap="flat" cmpd="sng">
                      <a:solidFill>
                        <a:srgbClr val="DFE2E5"/>
                      </a:solidFill>
                      <a:prstDash val="solid"/>
                      <a:headEnd type="none" w="med" len="med"/>
                      <a:tailEnd type="none" w="med" len="med"/>
                    </a:lnL>
                    <a:lnR w="5080" cap="flat" cmpd="sng">
                      <a:solidFill>
                        <a:srgbClr val="DFE2E5"/>
                      </a:solidFill>
                      <a:prstDash val="solid"/>
                      <a:headEnd type="none" w="med" len="med"/>
                      <a:tailEnd type="none" w="med" len="med"/>
                    </a:lnR>
                    <a:lnT w="5080" cap="flat" cmpd="sng">
                      <a:solidFill>
                        <a:srgbClr val="DFE2E5"/>
                      </a:solidFill>
                      <a:prstDash val="solid"/>
                      <a:headEnd type="none" w="med" len="med"/>
                      <a:tailEnd type="none" w="med" len="med"/>
                    </a:lnT>
                    <a:lnB w="5080" cap="flat" cmpd="sng">
                      <a:solidFill>
                        <a:srgbClr val="DFE2E5"/>
                      </a:solidFill>
                      <a:prstDash val="solid"/>
                      <a:headEnd type="none" w="med" len="med"/>
                      <a:tailEnd type="none" w="med" len="med"/>
                    </a:lnB>
                    <a:noFill/>
                  </a:tcPr>
                </a:tc>
                <a:tc>
                  <a:txBody>
                    <a:bodyPr/>
                    <a:p>
                      <a:pPr marL="0" indent="0">
                        <a:spcBef>
                          <a:spcPct val="0"/>
                        </a:spcBef>
                        <a:spcAft>
                          <a:spcPct val="0"/>
                        </a:spcAft>
                      </a:pPr>
                      <a:r>
                        <a:rPr lang="en-US" altLang="zh-CN" sz="1100"/>
                        <a:t>Responsible for the implementation of automatic navigation main logic and integration of core algorithms; lead the development and parameter adjustment of the A* path planning module; implement path planning, obstacle detection and target state machine logic; assist in constructing the return path reuse mechanism.</a:t>
                      </a:r>
                      <a:endParaRPr lang="en-US" altLang="zh-CN" sz="1100"/>
                    </a:p>
                  </a:txBody>
                  <a:tcPr marL="62230" marR="62230" marT="28892" marB="28892" anchor="ctr" anchorCtr="0">
                    <a:lnL w="5080" cap="flat" cmpd="sng">
                      <a:solidFill>
                        <a:srgbClr val="DFE2E5"/>
                      </a:solidFill>
                      <a:prstDash val="solid"/>
                      <a:headEnd type="none" w="med" len="med"/>
                      <a:tailEnd type="none" w="med" len="med"/>
                    </a:lnL>
                    <a:lnR w="5080" cap="flat" cmpd="sng">
                      <a:solidFill>
                        <a:srgbClr val="DFE2E5"/>
                      </a:solidFill>
                      <a:prstDash val="solid"/>
                      <a:headEnd type="none" w="med" len="med"/>
                      <a:tailEnd type="none" w="med" len="med"/>
                    </a:lnR>
                    <a:lnT w="5080" cap="flat" cmpd="sng">
                      <a:solidFill>
                        <a:srgbClr val="DFE2E5"/>
                      </a:solidFill>
                      <a:prstDash val="solid"/>
                      <a:headEnd type="none" w="med" len="med"/>
                      <a:tailEnd type="none" w="med" len="med"/>
                    </a:lnT>
                    <a:lnB w="5080" cap="flat" cmpd="sng">
                      <a:solidFill>
                        <a:srgbClr val="DFE2E5"/>
                      </a:solidFill>
                      <a:prstDash val="solid"/>
                      <a:headEnd type="none" w="med" len="med"/>
                      <a:tailEnd type="none" w="med" len="med"/>
                    </a:lnB>
                    <a:noFill/>
                  </a:tcPr>
                </a:tc>
              </a:tr>
              <a:tr h="0">
                <a:tc>
                  <a:txBody>
                    <a:bodyPr/>
                    <a:p>
                      <a:pPr marL="0" indent="0" algn="ctr">
                        <a:spcBef>
                          <a:spcPct val="0"/>
                        </a:spcBef>
                        <a:spcAft>
                          <a:spcPct val="0"/>
                        </a:spcAft>
                      </a:pPr>
                      <a:r>
                        <a:rPr lang="en-US" altLang="zh-CN" sz="1100"/>
                        <a:t>Yanda Shao</a:t>
                      </a:r>
                      <a:endParaRPr lang="en-US" altLang="zh-CN" sz="1100"/>
                    </a:p>
                  </a:txBody>
                  <a:tcPr marL="62230" marR="62230" marT="28892" marB="28892" anchor="ctr" anchorCtr="0">
                    <a:lnL w="5080" cap="flat" cmpd="sng">
                      <a:solidFill>
                        <a:srgbClr val="DFE2E5"/>
                      </a:solidFill>
                      <a:prstDash val="solid"/>
                      <a:headEnd type="none" w="med" len="med"/>
                      <a:tailEnd type="none" w="med" len="med"/>
                    </a:lnL>
                    <a:lnR w="5080" cap="flat" cmpd="sng">
                      <a:solidFill>
                        <a:srgbClr val="DFE2E5"/>
                      </a:solidFill>
                      <a:prstDash val="solid"/>
                      <a:headEnd type="none" w="med" len="med"/>
                      <a:tailEnd type="none" w="med" len="med"/>
                    </a:lnR>
                    <a:lnT w="5080" cap="flat" cmpd="sng">
                      <a:solidFill>
                        <a:srgbClr val="DFE2E5"/>
                      </a:solidFill>
                      <a:prstDash val="solid"/>
                      <a:headEnd type="none" w="med" len="med"/>
                      <a:tailEnd type="none" w="med" len="med"/>
                    </a:lnT>
                    <a:lnB w="5080" cap="flat" cmpd="sng">
                      <a:solidFill>
                        <a:srgbClr val="DFE2E5"/>
                      </a:solidFill>
                      <a:prstDash val="solid"/>
                      <a:headEnd type="none" w="med" len="med"/>
                      <a:tailEnd type="none" w="med" len="med"/>
                    </a:lnB>
                    <a:noFill/>
                  </a:tcPr>
                </a:tc>
                <a:tc>
                  <a:txBody>
                    <a:bodyPr/>
                    <a:p>
                      <a:pPr marL="0" indent="0" algn="ctr">
                        <a:spcBef>
                          <a:spcPct val="0"/>
                        </a:spcBef>
                        <a:spcAft>
                          <a:spcPct val="0"/>
                        </a:spcAft>
                      </a:pPr>
                      <a:r>
                        <a:rPr lang="en-US" altLang="zh-CN" sz="1100"/>
                        <a:t>2023215111</a:t>
                      </a:r>
                      <a:endParaRPr lang="en-US" altLang="zh-CN" sz="1100"/>
                    </a:p>
                  </a:txBody>
                  <a:tcPr marL="62230" marR="62230" marT="28892" marB="28892" anchor="ctr" anchorCtr="0">
                    <a:lnL w="5080" cap="flat" cmpd="sng">
                      <a:solidFill>
                        <a:srgbClr val="DFE2E5"/>
                      </a:solidFill>
                      <a:prstDash val="solid"/>
                      <a:headEnd type="none" w="med" len="med"/>
                      <a:tailEnd type="none" w="med" len="med"/>
                    </a:lnL>
                    <a:lnR w="5080" cap="flat" cmpd="sng">
                      <a:solidFill>
                        <a:srgbClr val="DFE2E5"/>
                      </a:solidFill>
                      <a:prstDash val="solid"/>
                      <a:headEnd type="none" w="med" len="med"/>
                      <a:tailEnd type="none" w="med" len="med"/>
                    </a:lnR>
                    <a:lnT w="5080" cap="flat" cmpd="sng">
                      <a:solidFill>
                        <a:srgbClr val="DFE2E5"/>
                      </a:solidFill>
                      <a:prstDash val="solid"/>
                      <a:headEnd type="none" w="med" len="med"/>
                      <a:tailEnd type="none" w="med" len="med"/>
                    </a:lnT>
                    <a:lnB w="5080" cap="flat" cmpd="sng">
                      <a:solidFill>
                        <a:srgbClr val="DFE2E5"/>
                      </a:solidFill>
                      <a:prstDash val="solid"/>
                      <a:headEnd type="none" w="med" len="med"/>
                      <a:tailEnd type="none" w="med" len="med"/>
                    </a:lnB>
                    <a:noFill/>
                  </a:tcPr>
                </a:tc>
                <a:tc>
                  <a:txBody>
                    <a:bodyPr/>
                    <a:p>
                      <a:pPr marL="0" indent="0" algn="ctr">
                        <a:spcBef>
                          <a:spcPct val="0"/>
                        </a:spcBef>
                        <a:spcAft>
                          <a:spcPct val="0"/>
                        </a:spcAft>
                      </a:pPr>
                      <a:r>
                        <a:rPr lang="en-US" altLang="zh-CN" sz="1100"/>
                        <a:t>2023213335</a:t>
                      </a:r>
                      <a:endParaRPr lang="en-US" altLang="zh-CN" sz="1100"/>
                    </a:p>
                  </a:txBody>
                  <a:tcPr marL="62230" marR="62230" marT="28892" marB="28892" anchor="ctr" anchorCtr="0">
                    <a:lnL w="5080" cap="flat" cmpd="sng">
                      <a:solidFill>
                        <a:srgbClr val="DFE2E5"/>
                      </a:solidFill>
                      <a:prstDash val="solid"/>
                      <a:headEnd type="none" w="med" len="med"/>
                      <a:tailEnd type="none" w="med" len="med"/>
                    </a:lnL>
                    <a:lnR w="5080" cap="flat" cmpd="sng">
                      <a:solidFill>
                        <a:srgbClr val="DFE2E5"/>
                      </a:solidFill>
                      <a:prstDash val="solid"/>
                      <a:headEnd type="none" w="med" len="med"/>
                      <a:tailEnd type="none" w="med" len="med"/>
                    </a:lnR>
                    <a:lnT w="5080" cap="flat" cmpd="sng">
                      <a:solidFill>
                        <a:srgbClr val="DFE2E5"/>
                      </a:solidFill>
                      <a:prstDash val="solid"/>
                      <a:headEnd type="none" w="med" len="med"/>
                      <a:tailEnd type="none" w="med" len="med"/>
                    </a:lnT>
                    <a:lnB w="5080" cap="flat" cmpd="sng">
                      <a:solidFill>
                        <a:srgbClr val="DFE2E5"/>
                      </a:solidFill>
                      <a:prstDash val="solid"/>
                      <a:headEnd type="none" w="med" len="med"/>
                      <a:tailEnd type="none" w="med" len="med"/>
                    </a:lnB>
                    <a:noFill/>
                  </a:tcPr>
                </a:tc>
                <a:tc>
                  <a:txBody>
                    <a:bodyPr/>
                    <a:p>
                      <a:pPr marL="0" indent="0">
                        <a:spcBef>
                          <a:spcPct val="0"/>
                        </a:spcBef>
                        <a:spcAft>
                          <a:spcPct val="0"/>
                        </a:spcAft>
                      </a:pPr>
                      <a:r>
                        <a:rPr lang="en-US" altLang="zh-CN" sz="1100"/>
                        <a:t>Responsible for the development of SLAM mapping and localization module; fuse laser radar and IMU data to realize map construction and position estimation; design map update, visualization and data interface; verify mapping accuracy and system robustness.</a:t>
                      </a:r>
                      <a:endParaRPr lang="zh-CN" altLang="en-US" sz="1100"/>
                    </a:p>
                  </a:txBody>
                  <a:tcPr marL="62230" marR="62230" marT="28892" marB="28892" anchor="ctr" anchorCtr="0">
                    <a:lnL w="5080" cap="flat" cmpd="sng">
                      <a:solidFill>
                        <a:srgbClr val="DFE2E5"/>
                      </a:solidFill>
                      <a:prstDash val="solid"/>
                      <a:headEnd type="none" w="med" len="med"/>
                      <a:tailEnd type="none" w="med" len="med"/>
                    </a:lnL>
                    <a:lnR w="5080" cap="flat" cmpd="sng">
                      <a:solidFill>
                        <a:srgbClr val="DFE2E5"/>
                      </a:solidFill>
                      <a:prstDash val="solid"/>
                      <a:headEnd type="none" w="med" len="med"/>
                      <a:tailEnd type="none" w="med" len="med"/>
                    </a:lnR>
                    <a:lnT w="5080" cap="flat" cmpd="sng">
                      <a:solidFill>
                        <a:srgbClr val="DFE2E5"/>
                      </a:solidFill>
                      <a:prstDash val="solid"/>
                      <a:headEnd type="none" w="med" len="med"/>
                      <a:tailEnd type="none" w="med" len="med"/>
                    </a:lnT>
                    <a:lnB w="5080" cap="flat" cmpd="sng">
                      <a:solidFill>
                        <a:srgbClr val="DFE2E5"/>
                      </a:solidFill>
                      <a:prstDash val="solid"/>
                      <a:headEnd type="none" w="med" len="med"/>
                      <a:tailEnd type="none" w="med" len="med"/>
                    </a:lnB>
                    <a:noFill/>
                  </a:tcPr>
                </a:tc>
              </a:tr>
              <a:tr h="0">
                <a:tc>
                  <a:txBody>
                    <a:bodyPr/>
                    <a:p>
                      <a:pPr marL="0" indent="0" algn="ctr">
                        <a:spcBef>
                          <a:spcPct val="0"/>
                        </a:spcBef>
                        <a:spcAft>
                          <a:spcPct val="0"/>
                        </a:spcAft>
                      </a:pPr>
                      <a:r>
                        <a:rPr lang="en-US" altLang="zh-CN" sz="1100"/>
                        <a:t>Siyan Wu</a:t>
                      </a:r>
                      <a:endParaRPr lang="en-US" altLang="zh-CN" sz="1100"/>
                    </a:p>
                  </a:txBody>
                  <a:tcPr marL="62230" marR="62230" marT="28892" marB="28892" anchor="ctr" anchorCtr="0">
                    <a:lnL w="5080" cap="flat" cmpd="sng">
                      <a:solidFill>
                        <a:srgbClr val="DFE2E5"/>
                      </a:solidFill>
                      <a:prstDash val="solid"/>
                      <a:headEnd type="none" w="med" len="med"/>
                      <a:tailEnd type="none" w="med" len="med"/>
                    </a:lnL>
                    <a:lnR w="5080" cap="flat" cmpd="sng">
                      <a:solidFill>
                        <a:srgbClr val="DFE2E5"/>
                      </a:solidFill>
                      <a:prstDash val="solid"/>
                      <a:headEnd type="none" w="med" len="med"/>
                      <a:tailEnd type="none" w="med" len="med"/>
                    </a:lnR>
                    <a:lnT w="5080" cap="flat" cmpd="sng">
                      <a:solidFill>
                        <a:srgbClr val="DFE2E5"/>
                      </a:solidFill>
                      <a:prstDash val="solid"/>
                      <a:headEnd type="none" w="med" len="med"/>
                      <a:tailEnd type="none" w="med" len="med"/>
                    </a:lnT>
                    <a:lnB w="5080" cap="flat" cmpd="sng">
                      <a:solidFill>
                        <a:srgbClr val="DFE2E5"/>
                      </a:solidFill>
                      <a:prstDash val="solid"/>
                      <a:headEnd type="none" w="med" len="med"/>
                      <a:tailEnd type="none" w="med" len="med"/>
                    </a:lnB>
                    <a:noFill/>
                  </a:tcPr>
                </a:tc>
                <a:tc>
                  <a:txBody>
                    <a:bodyPr/>
                    <a:p>
                      <a:pPr marL="0" indent="0" algn="ctr">
                        <a:spcBef>
                          <a:spcPct val="0"/>
                        </a:spcBef>
                        <a:spcAft>
                          <a:spcPct val="0"/>
                        </a:spcAft>
                      </a:pPr>
                      <a:r>
                        <a:rPr lang="en-US" altLang="zh-CN" sz="1100"/>
                        <a:t>2023215115</a:t>
                      </a:r>
                      <a:endParaRPr lang="en-US" altLang="zh-CN" sz="1100"/>
                    </a:p>
                  </a:txBody>
                  <a:tcPr marL="62230" marR="62230" marT="28892" marB="28892" anchor="ctr" anchorCtr="0">
                    <a:lnL w="5080" cap="flat" cmpd="sng">
                      <a:solidFill>
                        <a:srgbClr val="DFE2E5"/>
                      </a:solidFill>
                      <a:prstDash val="solid"/>
                      <a:headEnd type="none" w="med" len="med"/>
                      <a:tailEnd type="none" w="med" len="med"/>
                    </a:lnL>
                    <a:lnR w="5080" cap="flat" cmpd="sng">
                      <a:solidFill>
                        <a:srgbClr val="DFE2E5"/>
                      </a:solidFill>
                      <a:prstDash val="solid"/>
                      <a:headEnd type="none" w="med" len="med"/>
                      <a:tailEnd type="none" w="med" len="med"/>
                    </a:lnR>
                    <a:lnT w="5080" cap="flat" cmpd="sng">
                      <a:solidFill>
                        <a:srgbClr val="DFE2E5"/>
                      </a:solidFill>
                      <a:prstDash val="solid"/>
                      <a:headEnd type="none" w="med" len="med"/>
                      <a:tailEnd type="none" w="med" len="med"/>
                    </a:lnT>
                    <a:lnB w="5080" cap="flat" cmpd="sng">
                      <a:solidFill>
                        <a:srgbClr val="DFE2E5"/>
                      </a:solidFill>
                      <a:prstDash val="solid"/>
                      <a:headEnd type="none" w="med" len="med"/>
                      <a:tailEnd type="none" w="med" len="med"/>
                    </a:lnB>
                    <a:noFill/>
                  </a:tcPr>
                </a:tc>
                <a:tc>
                  <a:txBody>
                    <a:bodyPr/>
                    <a:p>
                      <a:pPr marL="0" indent="0" algn="ctr">
                        <a:spcBef>
                          <a:spcPct val="0"/>
                        </a:spcBef>
                        <a:spcAft>
                          <a:spcPct val="0"/>
                        </a:spcAft>
                      </a:pPr>
                      <a:r>
                        <a:rPr lang="en-US" altLang="zh-CN" sz="1100"/>
                        <a:t>2023213467</a:t>
                      </a:r>
                      <a:endParaRPr lang="en-US" altLang="zh-CN" sz="1100"/>
                    </a:p>
                  </a:txBody>
                  <a:tcPr marL="62230" marR="62230" marT="28892" marB="28892" anchor="ctr" anchorCtr="0">
                    <a:lnL w="5080" cap="flat" cmpd="sng">
                      <a:solidFill>
                        <a:srgbClr val="DFE2E5"/>
                      </a:solidFill>
                      <a:prstDash val="solid"/>
                      <a:headEnd type="none" w="med" len="med"/>
                      <a:tailEnd type="none" w="med" len="med"/>
                    </a:lnL>
                    <a:lnR w="5080" cap="flat" cmpd="sng">
                      <a:solidFill>
                        <a:srgbClr val="DFE2E5"/>
                      </a:solidFill>
                      <a:prstDash val="solid"/>
                      <a:headEnd type="none" w="med" len="med"/>
                      <a:tailEnd type="none" w="med" len="med"/>
                    </a:lnR>
                    <a:lnT w="5080" cap="flat" cmpd="sng">
                      <a:solidFill>
                        <a:srgbClr val="DFE2E5"/>
                      </a:solidFill>
                      <a:prstDash val="solid"/>
                      <a:headEnd type="none" w="med" len="med"/>
                      <a:tailEnd type="none" w="med" len="med"/>
                    </a:lnT>
                    <a:lnB w="5080" cap="flat" cmpd="sng">
                      <a:solidFill>
                        <a:srgbClr val="DFE2E5"/>
                      </a:solidFill>
                      <a:prstDash val="solid"/>
                      <a:headEnd type="none" w="med" len="med"/>
                      <a:tailEnd type="none" w="med" len="med"/>
                    </a:lnB>
                    <a:noFill/>
                  </a:tcPr>
                </a:tc>
                <a:tc>
                  <a:txBody>
                    <a:bodyPr/>
                    <a:p>
                      <a:pPr marL="0" indent="0">
                        <a:spcBef>
                          <a:spcPct val="0"/>
                        </a:spcBef>
                        <a:spcAft>
                          <a:spcPct val="0"/>
                        </a:spcAft>
                      </a:pPr>
                      <a:r>
                        <a:rPr lang="en-US" altLang="zh-CN" sz="1100"/>
                        <a:t>Responsible for the implementation of DWA (Dynamic Window Approach) dynamic obstacle avoidance algorithm; construct speed window and obstacle avoidance cost function based on the car dynamics model; perform obstacle avoidance performance tuning and testing in complex environments.</a:t>
                      </a:r>
                      <a:endParaRPr lang="en-US" altLang="zh-CN" sz="1100"/>
                    </a:p>
                  </a:txBody>
                  <a:tcPr marL="62230" marR="62230" marT="28892" marB="28892" anchor="ctr" anchorCtr="0">
                    <a:lnL w="5080" cap="flat" cmpd="sng">
                      <a:solidFill>
                        <a:srgbClr val="DFE2E5"/>
                      </a:solidFill>
                      <a:prstDash val="solid"/>
                      <a:headEnd type="none" w="med" len="med"/>
                      <a:tailEnd type="none" w="med" len="med"/>
                    </a:lnL>
                    <a:lnR w="5080" cap="flat" cmpd="sng">
                      <a:solidFill>
                        <a:srgbClr val="DFE2E5"/>
                      </a:solidFill>
                      <a:prstDash val="solid"/>
                      <a:headEnd type="none" w="med" len="med"/>
                      <a:tailEnd type="none" w="med" len="med"/>
                    </a:lnR>
                    <a:lnT w="5080" cap="flat" cmpd="sng">
                      <a:solidFill>
                        <a:srgbClr val="DFE2E5"/>
                      </a:solidFill>
                      <a:prstDash val="solid"/>
                      <a:headEnd type="none" w="med" len="med"/>
                      <a:tailEnd type="none" w="med" len="med"/>
                    </a:lnT>
                    <a:lnB w="5080" cap="flat" cmpd="sng">
                      <a:solidFill>
                        <a:srgbClr val="DFE2E5"/>
                      </a:solidFill>
                      <a:prstDash val="solid"/>
                      <a:headEnd type="none" w="med" len="med"/>
                      <a:tailEnd type="none" w="med" len="med"/>
                    </a:lnB>
                    <a:noFill/>
                  </a:tcPr>
                </a:tc>
              </a:tr>
              <a:tr h="0">
                <a:tc>
                  <a:txBody>
                    <a:bodyPr/>
                    <a:p>
                      <a:pPr marL="0" indent="0" algn="ctr">
                        <a:spcBef>
                          <a:spcPct val="0"/>
                        </a:spcBef>
                        <a:spcAft>
                          <a:spcPct val="0"/>
                        </a:spcAft>
                      </a:pPr>
                      <a:r>
                        <a:rPr lang="en-US" altLang="zh-CN" sz="1100"/>
                        <a:t>Kuangyu Chen</a:t>
                      </a:r>
                      <a:endParaRPr lang="en-US" altLang="zh-CN" sz="1100"/>
                    </a:p>
                  </a:txBody>
                  <a:tcPr marL="62230" marR="62230" marT="28892" marB="28892" anchor="ctr" anchorCtr="0">
                    <a:lnL w="5080" cap="flat" cmpd="sng">
                      <a:solidFill>
                        <a:srgbClr val="DFE2E5"/>
                      </a:solidFill>
                      <a:prstDash val="solid"/>
                      <a:headEnd type="none" w="med" len="med"/>
                      <a:tailEnd type="none" w="med" len="med"/>
                    </a:lnL>
                    <a:lnR w="5080" cap="flat" cmpd="sng">
                      <a:solidFill>
                        <a:srgbClr val="DFE2E5"/>
                      </a:solidFill>
                      <a:prstDash val="solid"/>
                      <a:headEnd type="none" w="med" len="med"/>
                      <a:tailEnd type="none" w="med" len="med"/>
                    </a:lnR>
                    <a:lnT w="5080" cap="flat" cmpd="sng">
                      <a:solidFill>
                        <a:srgbClr val="DFE2E5"/>
                      </a:solidFill>
                      <a:prstDash val="solid"/>
                      <a:headEnd type="none" w="med" len="med"/>
                      <a:tailEnd type="none" w="med" len="med"/>
                    </a:lnT>
                    <a:lnB w="5080" cap="flat" cmpd="sng">
                      <a:solidFill>
                        <a:srgbClr val="DFE2E5"/>
                      </a:solidFill>
                      <a:prstDash val="solid"/>
                      <a:headEnd type="none" w="med" len="med"/>
                      <a:tailEnd type="none" w="med" len="med"/>
                    </a:lnB>
                    <a:noFill/>
                  </a:tcPr>
                </a:tc>
                <a:tc>
                  <a:txBody>
                    <a:bodyPr/>
                    <a:p>
                      <a:pPr marL="0" indent="0" algn="ctr">
                        <a:spcBef>
                          <a:spcPct val="0"/>
                        </a:spcBef>
                        <a:spcAft>
                          <a:spcPct val="0"/>
                        </a:spcAft>
                      </a:pPr>
                      <a:r>
                        <a:rPr lang="en-US" altLang="zh-CN" sz="1100"/>
                        <a:t>2023215124</a:t>
                      </a:r>
                      <a:endParaRPr lang="en-US" altLang="zh-CN" sz="1100"/>
                    </a:p>
                  </a:txBody>
                  <a:tcPr marL="62230" marR="62230" marT="28892" marB="28892" anchor="ctr" anchorCtr="0">
                    <a:lnL w="5080" cap="flat" cmpd="sng">
                      <a:solidFill>
                        <a:srgbClr val="DFE2E5"/>
                      </a:solidFill>
                      <a:prstDash val="solid"/>
                      <a:headEnd type="none" w="med" len="med"/>
                      <a:tailEnd type="none" w="med" len="med"/>
                    </a:lnL>
                    <a:lnR w="5080" cap="flat" cmpd="sng">
                      <a:solidFill>
                        <a:srgbClr val="DFE2E5"/>
                      </a:solidFill>
                      <a:prstDash val="solid"/>
                      <a:headEnd type="none" w="med" len="med"/>
                      <a:tailEnd type="none" w="med" len="med"/>
                    </a:lnR>
                    <a:lnT w="5080" cap="flat" cmpd="sng">
                      <a:solidFill>
                        <a:srgbClr val="DFE2E5"/>
                      </a:solidFill>
                      <a:prstDash val="solid"/>
                      <a:headEnd type="none" w="med" len="med"/>
                      <a:tailEnd type="none" w="med" len="med"/>
                    </a:lnT>
                    <a:lnB w="5080" cap="flat" cmpd="sng">
                      <a:solidFill>
                        <a:srgbClr val="DFE2E5"/>
                      </a:solidFill>
                      <a:prstDash val="solid"/>
                      <a:headEnd type="none" w="med" len="med"/>
                      <a:tailEnd type="none" w="med" len="med"/>
                    </a:lnB>
                    <a:noFill/>
                  </a:tcPr>
                </a:tc>
                <a:tc>
                  <a:txBody>
                    <a:bodyPr/>
                    <a:p>
                      <a:pPr marL="0" indent="0" algn="ctr">
                        <a:spcBef>
                          <a:spcPct val="0"/>
                        </a:spcBef>
                        <a:spcAft>
                          <a:spcPct val="0"/>
                        </a:spcAft>
                      </a:pPr>
                      <a:r>
                        <a:rPr lang="en-US" altLang="zh-CN" sz="1100"/>
                        <a:t>2023213698</a:t>
                      </a:r>
                      <a:endParaRPr lang="en-US" altLang="zh-CN" sz="1100"/>
                    </a:p>
                  </a:txBody>
                  <a:tcPr marL="62230" marR="62230" marT="28892" marB="28892" anchor="ctr" anchorCtr="0">
                    <a:lnL w="5080" cap="flat" cmpd="sng">
                      <a:solidFill>
                        <a:srgbClr val="DFE2E5"/>
                      </a:solidFill>
                      <a:prstDash val="solid"/>
                      <a:headEnd type="none" w="med" len="med"/>
                      <a:tailEnd type="none" w="med" len="med"/>
                    </a:lnL>
                    <a:lnR w="5080" cap="flat" cmpd="sng">
                      <a:solidFill>
                        <a:srgbClr val="DFE2E5"/>
                      </a:solidFill>
                      <a:prstDash val="solid"/>
                      <a:headEnd type="none" w="med" len="med"/>
                      <a:tailEnd type="none" w="med" len="med"/>
                    </a:lnR>
                    <a:lnT w="5080" cap="flat" cmpd="sng">
                      <a:solidFill>
                        <a:srgbClr val="DFE2E5"/>
                      </a:solidFill>
                      <a:prstDash val="solid"/>
                      <a:headEnd type="none" w="med" len="med"/>
                      <a:tailEnd type="none" w="med" len="med"/>
                    </a:lnT>
                    <a:lnB w="5080" cap="flat" cmpd="sng">
                      <a:solidFill>
                        <a:srgbClr val="DFE2E5"/>
                      </a:solidFill>
                      <a:prstDash val="solid"/>
                      <a:headEnd type="none" w="med" len="med"/>
                      <a:tailEnd type="none" w="med" len="med"/>
                    </a:lnB>
                    <a:noFill/>
                  </a:tcPr>
                </a:tc>
                <a:tc>
                  <a:txBody>
                    <a:bodyPr/>
                    <a:p>
                      <a:pPr marL="0" indent="0">
                        <a:spcBef>
                          <a:spcPct val="0"/>
                        </a:spcBef>
                        <a:spcAft>
                          <a:spcPct val="0"/>
                        </a:spcAft>
                      </a:pPr>
                      <a:r>
                        <a:rPr lang="en-US" altLang="zh-CN" sz="1100"/>
                        <a:t>Responsible for FreeRTOS task scheduling and multi-thread communication; design the synchronization mechanism between sensor data collection, control commands and planning tasks; debug task priority and system real-time performance; assist in the integration and joint debugging test of the whole system.</a:t>
                      </a:r>
                      <a:endParaRPr lang="en-US" altLang="zh-CN" sz="1100"/>
                    </a:p>
                  </a:txBody>
                  <a:tcPr marL="62230" marR="62230" marT="28892" marB="28892" anchor="ctr" anchorCtr="0">
                    <a:lnL w="5080" cap="flat" cmpd="sng">
                      <a:solidFill>
                        <a:srgbClr val="DFE2E5"/>
                      </a:solidFill>
                      <a:prstDash val="solid"/>
                      <a:headEnd type="none" w="med" len="med"/>
                      <a:tailEnd type="none" w="med" len="med"/>
                    </a:lnL>
                    <a:lnR w="5080" cap="flat" cmpd="sng">
                      <a:solidFill>
                        <a:srgbClr val="DFE2E5"/>
                      </a:solidFill>
                      <a:prstDash val="solid"/>
                      <a:headEnd type="none" w="med" len="med"/>
                      <a:tailEnd type="none" w="med" len="med"/>
                    </a:lnR>
                    <a:lnT w="5080" cap="flat" cmpd="sng">
                      <a:solidFill>
                        <a:srgbClr val="DFE2E5"/>
                      </a:solidFill>
                      <a:prstDash val="solid"/>
                      <a:headEnd type="none" w="med" len="med"/>
                      <a:tailEnd type="none" w="med" len="med"/>
                    </a:lnT>
                    <a:lnB w="5080" cap="flat" cmpd="sng">
                      <a:solidFill>
                        <a:srgbClr val="DFE2E5"/>
                      </a:solidFill>
                      <a:prstDash val="solid"/>
                      <a:headEnd type="none" w="med" len="med"/>
                      <a:tailEnd type="none" w="med" len="med"/>
                    </a:lnB>
                    <a:noFill/>
                  </a:tcPr>
                </a:tc>
              </a:tr>
            </a:tbl>
          </a:graphicData>
        </a:graphic>
      </p:graphicFrame>
      <p:sp>
        <p:nvSpPr>
          <p:cNvPr id="15" name="文本框 14"/>
          <p:cNvSpPr txBox="1"/>
          <p:nvPr/>
        </p:nvSpPr>
        <p:spPr>
          <a:xfrm>
            <a:off x="0" y="4940935"/>
            <a:ext cx="766445" cy="368300"/>
          </a:xfrm>
          <a:prstGeom prst="rect">
            <a:avLst/>
          </a:prstGeom>
          <a:noFill/>
        </p:spPr>
        <p:txBody>
          <a:bodyPr vert="horz" wrap="square" rtlCol="0">
            <a:spAutoFit/>
          </a:bodyPr>
          <a:p>
            <a:r>
              <a:rPr lang="en-US" altLang="zh-CN"/>
              <a:t>Upper</a:t>
            </a:r>
            <a:endParaRPr lang="en-US" altLang="zh-CN"/>
          </a:p>
        </p:txBody>
      </p:sp>
      <p:sp>
        <p:nvSpPr>
          <p:cNvPr id="16" name="文本框 15"/>
          <p:cNvSpPr txBox="1"/>
          <p:nvPr/>
        </p:nvSpPr>
        <p:spPr>
          <a:xfrm>
            <a:off x="0" y="2353310"/>
            <a:ext cx="766445" cy="368300"/>
          </a:xfrm>
          <a:prstGeom prst="rect">
            <a:avLst/>
          </a:prstGeom>
          <a:noFill/>
        </p:spPr>
        <p:txBody>
          <a:bodyPr vert="horz" wrap="square" rtlCol="0">
            <a:spAutoFit/>
          </a:bodyPr>
          <a:p>
            <a:r>
              <a:rPr lang="en-US" altLang="zh-CN"/>
              <a:t>Lower</a:t>
            </a:r>
            <a:endParaRPr lang="en-US" altLang="zh-CN"/>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11" name="矩形 10"/>
          <p:cNvSpPr/>
          <p:nvPr/>
        </p:nvSpPr>
        <p:spPr>
          <a:xfrm>
            <a:off x="0" y="5058701"/>
            <a:ext cx="12192000" cy="17992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9" name="矩形 8"/>
          <p:cNvSpPr/>
          <p:nvPr/>
        </p:nvSpPr>
        <p:spPr>
          <a:xfrm>
            <a:off x="3728689" y="791099"/>
            <a:ext cx="7767986" cy="5275802"/>
          </a:xfrm>
          <a:prstGeom prst="rect">
            <a:avLst/>
          </a:prstGeom>
          <a:solidFill>
            <a:schemeClr val="bg1"/>
          </a:solidFill>
          <a:ln>
            <a:noFill/>
          </a:ln>
          <a:effectLst>
            <a:outerShdw blurRad="254000" dist="241300" dir="3480000" algn="tl" rotWithShape="0">
              <a:prstClr val="black">
                <a:alpha val="1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pic>
        <p:nvPicPr>
          <p:cNvPr id="2" name="图片 1"/>
          <p:cNvPicPr>
            <a:picLocks noChangeAspect="1"/>
          </p:cNvPicPr>
          <p:nvPr/>
        </p:nvPicPr>
        <p:blipFill>
          <a:blip r:embed="rId1">
            <a:duotone>
              <a:schemeClr val="accent1">
                <a:shade val="45000"/>
                <a:satMod val="135000"/>
              </a:schemeClr>
              <a:prstClr val="white"/>
            </a:duotone>
            <a:extLst>
              <a:ext uri="{BEBA8EAE-BF5A-486C-A8C5-ECC9F3942E4B}">
                <a14:imgProps xmlns:a14="http://schemas.microsoft.com/office/drawing/2010/main">
                  <a14:imgLayer r:embed="rId2">
                    <a14:imgEffect>
                      <a14:saturation sat="0"/>
                    </a14:imgEffect>
                  </a14:imgLayer>
                </a14:imgProps>
              </a:ext>
            </a:extLst>
          </a:blip>
          <a:srcRect l="10175" r="10175"/>
          <a:stretch>
            <a:fillRect/>
          </a:stretch>
        </p:blipFill>
        <p:spPr>
          <a:xfrm>
            <a:off x="695325" y="791099"/>
            <a:ext cx="2894062" cy="5275802"/>
          </a:xfrm>
          <a:custGeom>
            <a:avLst/>
            <a:gdLst>
              <a:gd name="connsiteX0" fmla="*/ 0 w 2894062"/>
              <a:gd name="connsiteY0" fmla="*/ 0 h 5275802"/>
              <a:gd name="connsiteX1" fmla="*/ 2894062 w 2894062"/>
              <a:gd name="connsiteY1" fmla="*/ 0 h 5275802"/>
              <a:gd name="connsiteX2" fmla="*/ 2894062 w 2894062"/>
              <a:gd name="connsiteY2" fmla="*/ 5275802 h 5275802"/>
              <a:gd name="connsiteX3" fmla="*/ 0 w 2894062"/>
              <a:gd name="connsiteY3" fmla="*/ 5275802 h 5275802"/>
            </a:gdLst>
            <a:ahLst/>
            <a:cxnLst>
              <a:cxn ang="0">
                <a:pos x="connsiteX0" y="connsiteY0"/>
              </a:cxn>
              <a:cxn ang="0">
                <a:pos x="connsiteX1" y="connsiteY1"/>
              </a:cxn>
              <a:cxn ang="0">
                <a:pos x="connsiteX2" y="connsiteY2"/>
              </a:cxn>
              <a:cxn ang="0">
                <a:pos x="connsiteX3" y="connsiteY3"/>
              </a:cxn>
            </a:cxnLst>
            <a:rect l="l" t="t" r="r" b="b"/>
            <a:pathLst>
              <a:path w="2894062" h="5275802">
                <a:moveTo>
                  <a:pt x="0" y="0"/>
                </a:moveTo>
                <a:lnTo>
                  <a:pt x="2894062" y="0"/>
                </a:lnTo>
                <a:lnTo>
                  <a:pt x="2894062" y="5275802"/>
                </a:lnTo>
                <a:lnTo>
                  <a:pt x="0" y="5275802"/>
                </a:lnTo>
                <a:close/>
              </a:path>
            </a:pathLst>
          </a:custGeom>
        </p:spPr>
      </p:pic>
      <p:sp>
        <p:nvSpPr>
          <p:cNvPr id="3" name="文本框 2"/>
          <p:cNvSpPr txBox="1"/>
          <p:nvPr/>
        </p:nvSpPr>
        <p:spPr>
          <a:xfrm>
            <a:off x="5853430" y="3152140"/>
            <a:ext cx="2943860" cy="879475"/>
          </a:xfrm>
          <a:prstGeom prst="rect">
            <a:avLst/>
          </a:prstGeom>
          <a:noFill/>
        </p:spPr>
        <p:txBody>
          <a:bodyPr wrap="square" lIns="0" tIns="0" rIns="0" bIns="0">
            <a:spAutoFit/>
          </a:bodyPr>
          <a:lstStyle>
            <a:defPPr>
              <a:defRPr lang="zh-CN"/>
            </a:defPPr>
            <a:lvl1pPr>
              <a:defRPr sz="4000" b="0" i="0">
                <a:solidFill>
                  <a:srgbClr val="374151"/>
                </a:solidFill>
                <a:effectLst/>
                <a:latin typeface="Arial" panose="020B0604020202020204" pitchFamily="34" charset="0"/>
                <a:ea typeface="微软雅黑" panose="020B0503020204020204" pitchFamily="34" charset="-122"/>
              </a:defRPr>
            </a:lvl1pPr>
          </a:lstStyle>
          <a:p>
            <a:pPr algn="ctr">
              <a:lnSpc>
                <a:spcPct val="130000"/>
              </a:lnSpc>
              <a:buClrTx/>
              <a:buSzTx/>
              <a:buFontTx/>
            </a:pPr>
            <a:r>
              <a:rPr lang="en-US" altLang="zh-CN" sz="4400" b="1" dirty="0">
                <a:solidFill>
                  <a:schemeClr val="tx1">
                    <a:lumMod val="85000"/>
                    <a:lumOff val="15000"/>
                  </a:schemeClr>
                </a:solidFill>
                <a:sym typeface="Arial" panose="020B0604020202020204" pitchFamily="34" charset="0"/>
              </a:rPr>
              <a:t>Thank</a:t>
            </a:r>
            <a:r>
              <a:rPr lang="zh-CN" altLang="en-US" sz="4400" b="1" dirty="0">
                <a:solidFill>
                  <a:schemeClr val="tx1">
                    <a:lumMod val="85000"/>
                    <a:lumOff val="15000"/>
                  </a:schemeClr>
                </a:solidFill>
                <a:sym typeface="Arial" panose="020B0604020202020204" pitchFamily="34" charset="0"/>
              </a:rPr>
              <a:t> </a:t>
            </a:r>
            <a:r>
              <a:rPr lang="en-US" altLang="zh-CN" sz="4400" b="1" dirty="0">
                <a:solidFill>
                  <a:schemeClr val="tx1">
                    <a:lumMod val="85000"/>
                    <a:lumOff val="15000"/>
                  </a:schemeClr>
                </a:solidFill>
                <a:sym typeface="Arial" panose="020B0604020202020204" pitchFamily="34" charset="0"/>
              </a:rPr>
              <a:t>You</a:t>
            </a:r>
            <a:endParaRPr lang="zh-CN" altLang="en-US" sz="4400" b="1" dirty="0">
              <a:solidFill>
                <a:schemeClr val="tx1">
                  <a:lumMod val="85000"/>
                  <a:lumOff val="15000"/>
                </a:schemeClr>
              </a:solidFill>
              <a:sym typeface="Arial" panose="020B0604020202020204" pitchFamily="34" charset="0"/>
            </a:endParaRPr>
          </a:p>
        </p:txBody>
      </p:sp>
    </p:spTree>
  </p:cSld>
  <p:clrMapOvr>
    <a:masterClrMapping/>
  </p:clrMapOvr>
</p:sld>
</file>

<file path=ppt/tags/tag1.xml><?xml version="1.0" encoding="utf-8"?>
<p:tagLst xmlns:p="http://schemas.openxmlformats.org/presentationml/2006/main">
  <p:tag name="KSO_WM_DIAGRAM_VIRTUALLY_FRAME" val="{&quot;height&quot;:272.34826771653536,&quot;left&quot;:79.4,&quot;top&quot;:175.50858267716535,&quot;width&quot;:815.0205511811024}"/>
</p:tagLst>
</file>

<file path=ppt/tags/tag2.xml><?xml version="1.0" encoding="utf-8"?>
<p:tagLst xmlns:p="http://schemas.openxmlformats.org/presentationml/2006/main">
  <p:tag name="KSO_WM_DIAGRAM_VIRTUALLY_FRAME" val="{&quot;height&quot;:272.34826771653536,&quot;left&quot;:79.4,&quot;top&quot;:175.50858267716535,&quot;width&quot;:815.0205511811024}"/>
</p:tagLst>
</file>

<file path=ppt/tags/tag3.xml><?xml version="1.0" encoding="utf-8"?>
<p:tagLst xmlns:p="http://schemas.openxmlformats.org/presentationml/2006/main">
  <p:tag name="KSO_WM_DIAGRAM_VIRTUALLY_FRAME" val="{&quot;height&quot;:272.34826771653536,&quot;left&quot;:79.4,&quot;top&quot;:175.50858267716535,&quot;width&quot;:815.0205511811024}"/>
</p:tagLst>
</file>

<file path=ppt/tags/tag4.xml><?xml version="1.0" encoding="utf-8"?>
<p:tagLst xmlns:p="http://schemas.openxmlformats.org/presentationml/2006/main">
  <p:tag name="KSO_WM_DIAGRAM_VIRTUALLY_FRAME" val="{&quot;height&quot;:272.34826771653536,&quot;left&quot;:79.4,&quot;top&quot;:175.50858267716535,&quot;width&quot;:815.0205511811024}"/>
</p:tagLst>
</file>

<file path=ppt/tags/tag5.xml><?xml version="1.0" encoding="utf-8"?>
<p:tagLst xmlns:p="http://schemas.openxmlformats.org/presentationml/2006/main">
  <p:tag name="KSO_WM_DIAGRAM_VIRTUALLY_FRAME" val="{&quot;height&quot;:272.34826771653536,&quot;left&quot;:79.4,&quot;top&quot;:175.50858267716535,&quot;width&quot;:815.0205511811024}"/>
</p:tagLst>
</file>

<file path=ppt/tags/tag6.xml><?xml version="1.0" encoding="utf-8"?>
<p:tagLst xmlns:p="http://schemas.openxmlformats.org/presentationml/2006/main">
  <p:tag name="KSO_WM_DIAGRAM_VIRTUALLY_FRAME" val="{&quot;height&quot;:272.34826771653536,&quot;left&quot;:79.4,&quot;top&quot;:175.50858267716535,&quot;width&quot;:815.0205511811024}"/>
</p:tagLst>
</file>

<file path=ppt/tags/tag7.xml><?xml version="1.0" encoding="utf-8"?>
<p:tagLst xmlns:p="http://schemas.openxmlformats.org/presentationml/2006/main">
  <p:tag name="KSO_WM_DIAGRAM_VIRTUALLY_FRAME" val="{&quot;height&quot;:272.34826771653536,&quot;left&quot;:79.4,&quot;top&quot;:175.50858267716535,&quot;width&quot;:815.0205511811024}"/>
</p:tagLst>
</file>

<file path=ppt/tags/tag8.xml><?xml version="1.0" encoding="utf-8"?>
<p:tagLst xmlns:p="http://schemas.openxmlformats.org/presentationml/2006/main">
  <p:tag name="KSO_WM_DIAGRAM_VIRTUALLY_FRAME" val="{&quot;height&quot;:272.34826771653536,&quot;left&quot;:79.4,&quot;top&quot;:175.50858267716535,&quot;width&quot;:815.0205511811024}"/>
</p:tagLst>
</file>

<file path=ppt/tags/tag9.xml><?xml version="1.0" encoding="utf-8"?>
<p:tagLst xmlns:p="http://schemas.openxmlformats.org/presentationml/2006/main">
  <p:tag name="KSO_WM_DIAGRAM_VIRTUALLY_FRAME" val="{&quot;height&quot;:272.34826771653536,&quot;left&quot;:79.4,&quot;top&quot;:175.50858267716535,&quot;width&quot;:815.0205511811024}"/>
</p:tagLst>
</file>

<file path=ppt/tags/tag10.xml><?xml version="1.0" encoding="utf-8"?>
<p:tagLst xmlns:p="http://schemas.openxmlformats.org/presentationml/2006/main">
  <p:tag name="KSO_WM_DIAGRAM_VIRTUALLY_FRAME" val="{&quot;height&quot;:272.34826771653536,&quot;left&quot;:79.4,&quot;top&quot;:175.50858267716535,&quot;width&quot;:815.0205511811024}"/>
</p:tagLst>
</file>

<file path=ppt/tags/tag11.xml><?xml version="1.0" encoding="utf-8"?>
<p:tagLst xmlns:p="http://schemas.openxmlformats.org/presentationml/2006/main">
  <p:tag name="KSO_WM_DIAGRAM_VIRTUALLY_FRAME" val="{&quot;height&quot;:272.34826771653536,&quot;left&quot;:79.4,&quot;top&quot;:175.50858267716535,&quot;width&quot;:815.0205511811024}"/>
</p:tagLst>
</file>

<file path=ppt/tags/tag12.xml><?xml version="1.0" encoding="utf-8"?>
<p:tagLst xmlns:p="http://schemas.openxmlformats.org/presentationml/2006/main">
  <p:tag name="KSO_WM_DIAGRAM_VIRTUALLY_FRAME" val="{&quot;height&quot;:272.34826771653536,&quot;left&quot;:79.4,&quot;top&quot;:175.50858267716535,&quot;width&quot;:815.0205511811024}"/>
</p:tagLst>
</file>

<file path=ppt/tags/tag13.xml><?xml version="1.0" encoding="utf-8"?>
<p:tagLst xmlns:p="http://schemas.openxmlformats.org/presentationml/2006/main">
  <p:tag name="KSO_WM_DIAGRAM_VIRTUALLY_FRAME" val="{&quot;height&quot;:272.34826771653536,&quot;left&quot;:79.4,&quot;top&quot;:175.50858267716535,&quot;width&quot;:815.0205511811024}"/>
</p:tagLst>
</file>

<file path=ppt/tags/tag14.xml><?xml version="1.0" encoding="utf-8"?>
<p:tagLst xmlns:p="http://schemas.openxmlformats.org/presentationml/2006/main">
  <p:tag name="KSO_WM_DIAGRAM_VIRTUALLY_FRAME" val="{&quot;height&quot;:272.34826771653536,&quot;left&quot;:79.4,&quot;top&quot;:175.50858267716535,&quot;width&quot;:815.0205511811024}"/>
</p:tagLst>
</file>

<file path=ppt/tags/tag15.xml><?xml version="1.0" encoding="utf-8"?>
<p:tagLst xmlns:p="http://schemas.openxmlformats.org/presentationml/2006/main">
  <p:tag name="ISLIDE.DIAGRAM" val="#950674;"/>
</p:tagLst>
</file>

<file path=ppt/tags/tag16.xml><?xml version="1.0" encoding="utf-8"?>
<p:tagLst xmlns:p="http://schemas.openxmlformats.org/presentationml/2006/main">
  <p:tag name="ISLIDE.DIAGRAM" val="#950674;"/>
</p:tagLst>
</file>

<file path=ppt/tags/tag17.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20235626_1*a*1"/>
  <p:tag name="KSO_WM_TEMPLATE_CATEGORY" val="custom"/>
  <p:tag name="KSO_WM_TEMPLATE_INDEX" val="20235626"/>
  <p:tag name="KSO_WM_UNIT_LAYERLEVEL" val="1"/>
  <p:tag name="KSO_WM_TAG_VERSION" val="3.0"/>
  <p:tag name="KSO_WM_BEAUTIFY_FLAG" val="#wm#"/>
  <p:tag name="KSO_WM_UNIT_VALUE" val="30"/>
  <p:tag name="KSO_WM_UNIT_PRESET_TEXT" val="单击此处添加标题"/>
  <p:tag name="KSO_WM_UNIT_TEXT_TYPE" val="1"/>
</p:tagLst>
</file>

<file path=ppt/tags/tag18.xml><?xml version="1.0" encoding="utf-8"?>
<p:tagLst xmlns:p="http://schemas.openxmlformats.org/presentationml/2006/main">
  <p:tag name="KSO_WM_SLIDE_ID" val="custom20235626_1"/>
  <p:tag name="KSO_WM_TEMPLATE_SUBCATEGORY" val="0"/>
  <p:tag name="KSO_WM_TEMPLATE_MASTER_TYPE" val="0"/>
  <p:tag name="KSO_WM_TEMPLATE_COLOR_TYPE" val="0"/>
  <p:tag name="KSO_WM_SLIDE_ITEM_CNT" val="0"/>
  <p:tag name="KSO_WM_SLIDE_INDEX" val="1"/>
  <p:tag name="KSO_WM_TAG_VERSION" val="3.0"/>
  <p:tag name="KSO_WM_BEAUTIFY_FLAG" val="#wm#"/>
  <p:tag name="KSO_WM_TEMPLATE_CATEGORY" val="custom"/>
  <p:tag name="KSO_WM_TEMPLATE_INDEX" val="20235626"/>
  <p:tag name="KSO_WM_SLIDE_TYPE" val="text"/>
  <p:tag name="KSO_WM_SLIDE_SUBTYPE" val="picTxt"/>
  <p:tag name="KSO_WM_SLIDE_SIZE" val="865*444"/>
  <p:tag name="KSO_WM_SLIDE_POSITION" val="47*47"/>
  <p:tag name="KSO_WM_SLIDE_LAYOUT" val="a_β"/>
  <p:tag name="KSO_WM_SLIDE_LAYOUT_CNT" val="1_1"/>
  <p:tag name="KSO_WM_SPECIAL_SOURCE" val="bdnull"/>
</p:tagLst>
</file>

<file path=ppt/tags/tag19.xml><?xml version="1.0" encoding="utf-8"?>
<p:tagLst xmlns:p="http://schemas.openxmlformats.org/presentationml/2006/main">
  <p:tag name="ISLIDE.DIAGRAM" val="#950674;"/>
</p:tagLst>
</file>

<file path=ppt/tags/tag20.xml><?xml version="1.0" encoding="utf-8"?>
<p:tagLst xmlns:p="http://schemas.openxmlformats.org/presentationml/2006/main">
  <p:tag name="ISLIDE.DIAGRAM" val="#950674;"/>
</p:tagLst>
</file>

<file path=ppt/tags/tag21.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20235626_1*a*1"/>
  <p:tag name="KSO_WM_TEMPLATE_CATEGORY" val="custom"/>
  <p:tag name="KSO_WM_TEMPLATE_INDEX" val="20235626"/>
  <p:tag name="KSO_WM_UNIT_LAYERLEVEL" val="1"/>
  <p:tag name="KSO_WM_TAG_VERSION" val="3.0"/>
  <p:tag name="KSO_WM_BEAUTIFY_FLAG" val="#wm#"/>
  <p:tag name="KSO_WM_UNIT_VALUE" val="30"/>
  <p:tag name="KSO_WM_UNIT_PRESET_TEXT" val="单击此处添加标题"/>
  <p:tag name="KSO_WM_UNIT_TEXT_TYPE" val="1"/>
</p:tagLst>
</file>

<file path=ppt/tags/tag22.xml><?xml version="1.0" encoding="utf-8"?>
<p:tagLst xmlns:p="http://schemas.openxmlformats.org/presentationml/2006/main">
  <p:tag name="KSO_WM_SLIDE_ID" val="custom20235626_1"/>
  <p:tag name="KSO_WM_TEMPLATE_SUBCATEGORY" val="0"/>
  <p:tag name="KSO_WM_TEMPLATE_MASTER_TYPE" val="0"/>
  <p:tag name="KSO_WM_TEMPLATE_COLOR_TYPE" val="0"/>
  <p:tag name="KSO_WM_SLIDE_ITEM_CNT" val="0"/>
  <p:tag name="KSO_WM_SLIDE_INDEX" val="1"/>
  <p:tag name="KSO_WM_TAG_VERSION" val="3.0"/>
  <p:tag name="KSO_WM_BEAUTIFY_FLAG" val="#wm#"/>
  <p:tag name="KSO_WM_TEMPLATE_CATEGORY" val="custom"/>
  <p:tag name="KSO_WM_TEMPLATE_INDEX" val="20235626"/>
  <p:tag name="KSO_WM_SLIDE_TYPE" val="text"/>
  <p:tag name="KSO_WM_SLIDE_SUBTYPE" val="picTxt"/>
  <p:tag name="KSO_WM_SLIDE_SIZE" val="865*444"/>
  <p:tag name="KSO_WM_SLIDE_POSITION" val="47*47"/>
  <p:tag name="KSO_WM_SLIDE_LAYOUT" val="a_β"/>
  <p:tag name="KSO_WM_SLIDE_LAYOUT_CNT" val="1_1"/>
  <p:tag name="KSO_WM_SPECIAL_SOURCE" val="bdnull"/>
</p:tagLst>
</file>

<file path=ppt/tags/tag23.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20235626_1*a*1"/>
  <p:tag name="KSO_WM_TEMPLATE_CATEGORY" val="custom"/>
  <p:tag name="KSO_WM_TEMPLATE_INDEX" val="20235626"/>
  <p:tag name="KSO_WM_UNIT_LAYERLEVEL" val="1"/>
  <p:tag name="KSO_WM_TAG_VERSION" val="3.0"/>
  <p:tag name="KSO_WM_BEAUTIFY_FLAG" val="#wm#"/>
  <p:tag name="KSO_WM_UNIT_VALUE" val="30"/>
  <p:tag name="KSO_WM_UNIT_PRESET_TEXT" val="单击此处添加标题"/>
  <p:tag name="KSO_WM_UNIT_TEXT_TYPE" val="1"/>
</p:tagLst>
</file>

<file path=ppt/tags/tag24.xml><?xml version="1.0" encoding="utf-8"?>
<p:tagLst xmlns:p="http://schemas.openxmlformats.org/presentationml/2006/main">
  <p:tag name="KSO_WM_SLIDE_ID" val="custom20235626_1"/>
  <p:tag name="KSO_WM_TEMPLATE_SUBCATEGORY" val="0"/>
  <p:tag name="KSO_WM_TEMPLATE_MASTER_TYPE" val="0"/>
  <p:tag name="KSO_WM_TEMPLATE_COLOR_TYPE" val="0"/>
  <p:tag name="KSO_WM_SLIDE_ITEM_CNT" val="0"/>
  <p:tag name="KSO_WM_SLIDE_INDEX" val="1"/>
  <p:tag name="KSO_WM_TAG_VERSION" val="3.0"/>
  <p:tag name="KSO_WM_BEAUTIFY_FLAG" val="#wm#"/>
  <p:tag name="KSO_WM_TEMPLATE_CATEGORY" val="custom"/>
  <p:tag name="KSO_WM_TEMPLATE_INDEX" val="20235626"/>
  <p:tag name="KSO_WM_SLIDE_TYPE" val="text"/>
  <p:tag name="KSO_WM_SLIDE_SUBTYPE" val="picTxt"/>
  <p:tag name="KSO_WM_SLIDE_SIZE" val="865*444"/>
  <p:tag name="KSO_WM_SLIDE_POSITION" val="47*47"/>
  <p:tag name="KSO_WM_SLIDE_LAYOUT" val="a_β"/>
  <p:tag name="KSO_WM_SLIDE_LAYOUT_CNT" val="1_1"/>
  <p:tag name="KSO_WM_SPECIAL_SOURCE" val="bdnull"/>
</p:tagLst>
</file>

<file path=ppt/tags/tag25.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20235626_1*a*1"/>
  <p:tag name="KSO_WM_TEMPLATE_CATEGORY" val="custom"/>
  <p:tag name="KSO_WM_TEMPLATE_INDEX" val="20235626"/>
  <p:tag name="KSO_WM_UNIT_LAYERLEVEL" val="1"/>
  <p:tag name="KSO_WM_TAG_VERSION" val="3.0"/>
  <p:tag name="KSO_WM_BEAUTIFY_FLAG" val="#wm#"/>
  <p:tag name="KSO_WM_UNIT_VALUE" val="30"/>
  <p:tag name="KSO_WM_UNIT_PRESET_TEXT" val="单击此处添加标题"/>
  <p:tag name="KSO_WM_UNIT_TEXT_TYPE" val="1"/>
</p:tagLst>
</file>

<file path=ppt/tags/tag26.xml><?xml version="1.0" encoding="utf-8"?>
<p:tagLst xmlns:p="http://schemas.openxmlformats.org/presentationml/2006/main">
  <p:tag name="KSO_WM_SLIDE_ID" val="custom20235626_1"/>
  <p:tag name="KSO_WM_TEMPLATE_SUBCATEGORY" val="0"/>
  <p:tag name="KSO_WM_TEMPLATE_MASTER_TYPE" val="0"/>
  <p:tag name="KSO_WM_TEMPLATE_COLOR_TYPE" val="0"/>
  <p:tag name="KSO_WM_SLIDE_ITEM_CNT" val="0"/>
  <p:tag name="KSO_WM_SLIDE_INDEX" val="1"/>
  <p:tag name="KSO_WM_TAG_VERSION" val="3.0"/>
  <p:tag name="KSO_WM_BEAUTIFY_FLAG" val="#wm#"/>
  <p:tag name="KSO_WM_TEMPLATE_CATEGORY" val="custom"/>
  <p:tag name="KSO_WM_TEMPLATE_INDEX" val="20235626"/>
  <p:tag name="KSO_WM_SLIDE_TYPE" val="text"/>
  <p:tag name="KSO_WM_SLIDE_SUBTYPE" val="picTxt"/>
  <p:tag name="KSO_WM_SLIDE_SIZE" val="865*444"/>
  <p:tag name="KSO_WM_SLIDE_POSITION" val="47*47"/>
  <p:tag name="KSO_WM_SLIDE_LAYOUT" val="a_β"/>
  <p:tag name="KSO_WM_SLIDE_LAYOUT_CNT" val="1_1"/>
  <p:tag name="KSO_WM_SPECIAL_SOURCE" val="bdnull"/>
</p:tagLst>
</file>

<file path=ppt/tags/tag27.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20235626_1*a*1"/>
  <p:tag name="KSO_WM_TEMPLATE_CATEGORY" val="custom"/>
  <p:tag name="KSO_WM_TEMPLATE_INDEX" val="20235626"/>
  <p:tag name="KSO_WM_UNIT_LAYERLEVEL" val="1"/>
  <p:tag name="KSO_WM_TAG_VERSION" val="3.0"/>
  <p:tag name="KSO_WM_BEAUTIFY_FLAG" val="#wm#"/>
  <p:tag name="KSO_WM_UNIT_VALUE" val="30"/>
  <p:tag name="KSO_WM_UNIT_PRESET_TEXT" val="单击此处添加标题"/>
  <p:tag name="KSO_WM_UNIT_TEXT_TYPE" val="1"/>
</p:tagLst>
</file>

<file path=ppt/tags/tag28.xml><?xml version="1.0" encoding="utf-8"?>
<p:tagLst xmlns:p="http://schemas.openxmlformats.org/presentationml/2006/main">
  <p:tag name="KSO_WM_SLIDE_ID" val="custom20235626_1"/>
  <p:tag name="KSO_WM_TEMPLATE_SUBCATEGORY" val="0"/>
  <p:tag name="KSO_WM_TEMPLATE_MASTER_TYPE" val="0"/>
  <p:tag name="KSO_WM_TEMPLATE_COLOR_TYPE" val="0"/>
  <p:tag name="KSO_WM_SLIDE_ITEM_CNT" val="0"/>
  <p:tag name="KSO_WM_SLIDE_INDEX" val="1"/>
  <p:tag name="KSO_WM_TAG_VERSION" val="3.0"/>
  <p:tag name="KSO_WM_BEAUTIFY_FLAG" val="#wm#"/>
  <p:tag name="KSO_WM_TEMPLATE_CATEGORY" val="custom"/>
  <p:tag name="KSO_WM_TEMPLATE_INDEX" val="20235626"/>
  <p:tag name="KSO_WM_SLIDE_TYPE" val="text"/>
  <p:tag name="KSO_WM_SLIDE_SUBTYPE" val="picTxt"/>
  <p:tag name="KSO_WM_SLIDE_SIZE" val="865*444"/>
  <p:tag name="KSO_WM_SLIDE_POSITION" val="47*47"/>
  <p:tag name="KSO_WM_SLIDE_LAYOUT" val="a_β"/>
  <p:tag name="KSO_WM_SLIDE_LAYOUT_CNT" val="1_1"/>
  <p:tag name="KSO_WM_SPECIAL_SOURCE" val="bdnull"/>
</p:tagLst>
</file>

<file path=ppt/tags/tag29.xml><?xml version="1.0" encoding="utf-8"?>
<p:tagLst xmlns:p="http://schemas.openxmlformats.org/presentationml/2006/main">
  <p:tag name="ISLIDE.DIAGRAM" val="#950674;"/>
</p:tagLst>
</file>

<file path=ppt/tags/tag30.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20235626_1*a*1"/>
  <p:tag name="KSO_WM_TEMPLATE_CATEGORY" val="custom"/>
  <p:tag name="KSO_WM_TEMPLATE_INDEX" val="20235626"/>
  <p:tag name="KSO_WM_UNIT_LAYERLEVEL" val="1"/>
  <p:tag name="KSO_WM_TAG_VERSION" val="3.0"/>
  <p:tag name="KSO_WM_BEAUTIFY_FLAG" val="#wm#"/>
  <p:tag name="KSO_WM_UNIT_VALUE" val="30"/>
  <p:tag name="KSO_WM_UNIT_PRESET_TEXT" val="单击此处添加标题"/>
  <p:tag name="KSO_WM_UNIT_TEXT_TYPE" val="1"/>
</p:tagLst>
</file>

<file path=ppt/tags/tag31.xml><?xml version="1.0" encoding="utf-8"?>
<p:tagLst xmlns:p="http://schemas.openxmlformats.org/presentationml/2006/main">
  <p:tag name="KSO_WM_SLIDE_ID" val="custom20235626_1"/>
  <p:tag name="KSO_WM_TEMPLATE_SUBCATEGORY" val="0"/>
  <p:tag name="KSO_WM_TEMPLATE_MASTER_TYPE" val="0"/>
  <p:tag name="KSO_WM_TEMPLATE_COLOR_TYPE" val="0"/>
  <p:tag name="KSO_WM_SLIDE_ITEM_CNT" val="0"/>
  <p:tag name="KSO_WM_SLIDE_INDEX" val="1"/>
  <p:tag name="KSO_WM_TAG_VERSION" val="3.0"/>
  <p:tag name="KSO_WM_BEAUTIFY_FLAG" val="#wm#"/>
  <p:tag name="KSO_WM_TEMPLATE_CATEGORY" val="custom"/>
  <p:tag name="KSO_WM_TEMPLATE_INDEX" val="20235626"/>
  <p:tag name="KSO_WM_SLIDE_TYPE" val="text"/>
  <p:tag name="KSO_WM_SLIDE_SUBTYPE" val="picTxt"/>
  <p:tag name="KSO_WM_SLIDE_SIZE" val="865*444"/>
  <p:tag name="KSO_WM_SLIDE_POSITION" val="47*47"/>
  <p:tag name="KSO_WM_SLIDE_LAYOUT" val="a_β"/>
  <p:tag name="KSO_WM_SLIDE_LAYOUT_CNT" val="1_1"/>
  <p:tag name="KSO_WM_SPECIAL_SOURCE" val="bdnull"/>
</p:tagLst>
</file>

<file path=ppt/tags/tag32.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20235626_1*a*1"/>
  <p:tag name="KSO_WM_TEMPLATE_CATEGORY" val="custom"/>
  <p:tag name="KSO_WM_TEMPLATE_INDEX" val="20235626"/>
  <p:tag name="KSO_WM_UNIT_LAYERLEVEL" val="1"/>
  <p:tag name="KSO_WM_TAG_VERSION" val="3.0"/>
  <p:tag name="KSO_WM_BEAUTIFY_FLAG" val="#wm#"/>
  <p:tag name="KSO_WM_UNIT_VALUE" val="30"/>
  <p:tag name="KSO_WM_UNIT_PRESET_TEXT" val="单击此处添加标题"/>
  <p:tag name="KSO_WM_UNIT_TEXT_TYPE" val="1"/>
</p:tagLst>
</file>

<file path=ppt/tags/tag33.xml><?xml version="1.0" encoding="utf-8"?>
<p:tagLst xmlns:p="http://schemas.openxmlformats.org/presentationml/2006/main">
  <p:tag name="KSO_WM_SLIDE_ID" val="custom20235626_1"/>
  <p:tag name="KSO_WM_TEMPLATE_SUBCATEGORY" val="0"/>
  <p:tag name="KSO_WM_TEMPLATE_MASTER_TYPE" val="0"/>
  <p:tag name="KSO_WM_TEMPLATE_COLOR_TYPE" val="0"/>
  <p:tag name="KSO_WM_SLIDE_ITEM_CNT" val="0"/>
  <p:tag name="KSO_WM_SLIDE_INDEX" val="1"/>
  <p:tag name="KSO_WM_TAG_VERSION" val="3.0"/>
  <p:tag name="KSO_WM_BEAUTIFY_FLAG" val="#wm#"/>
  <p:tag name="KSO_WM_TEMPLATE_CATEGORY" val="custom"/>
  <p:tag name="KSO_WM_TEMPLATE_INDEX" val="20235626"/>
  <p:tag name="KSO_WM_SLIDE_TYPE" val="text"/>
  <p:tag name="KSO_WM_SLIDE_SUBTYPE" val="picTxt"/>
  <p:tag name="KSO_WM_SLIDE_SIZE" val="865*444"/>
  <p:tag name="KSO_WM_SLIDE_POSITION" val="47*47"/>
  <p:tag name="KSO_WM_SLIDE_LAYOUT" val="a_β"/>
  <p:tag name="KSO_WM_SLIDE_LAYOUT_CNT" val="1_1"/>
  <p:tag name="KSO_WM_SPECIAL_SOURCE" val="bdnull"/>
</p:tagLst>
</file>

<file path=ppt/tags/tag34.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20235626_1*a*1"/>
  <p:tag name="KSO_WM_TEMPLATE_CATEGORY" val="custom"/>
  <p:tag name="KSO_WM_TEMPLATE_INDEX" val="20235626"/>
  <p:tag name="KSO_WM_UNIT_LAYERLEVEL" val="1"/>
  <p:tag name="KSO_WM_TAG_VERSION" val="3.0"/>
  <p:tag name="KSO_WM_BEAUTIFY_FLAG" val="#wm#"/>
  <p:tag name="KSO_WM_UNIT_VALUE" val="30"/>
  <p:tag name="KSO_WM_UNIT_PRESET_TEXT" val="单击此处添加标题"/>
  <p:tag name="KSO_WM_UNIT_TEXT_TYPE" val="1"/>
</p:tagLst>
</file>

<file path=ppt/tags/tag35.xml><?xml version="1.0" encoding="utf-8"?>
<p:tagLst xmlns:p="http://schemas.openxmlformats.org/presentationml/2006/main">
  <p:tag name="KSO_WM_SLIDE_ID" val="custom20235626_1"/>
  <p:tag name="KSO_WM_TEMPLATE_SUBCATEGORY" val="0"/>
  <p:tag name="KSO_WM_TEMPLATE_MASTER_TYPE" val="0"/>
  <p:tag name="KSO_WM_TEMPLATE_COLOR_TYPE" val="0"/>
  <p:tag name="KSO_WM_SLIDE_ITEM_CNT" val="0"/>
  <p:tag name="KSO_WM_SLIDE_INDEX" val="1"/>
  <p:tag name="KSO_WM_TAG_VERSION" val="3.0"/>
  <p:tag name="KSO_WM_BEAUTIFY_FLAG" val="#wm#"/>
  <p:tag name="KSO_WM_TEMPLATE_CATEGORY" val="custom"/>
  <p:tag name="KSO_WM_TEMPLATE_INDEX" val="20235626"/>
  <p:tag name="KSO_WM_SLIDE_TYPE" val="text"/>
  <p:tag name="KSO_WM_SLIDE_SUBTYPE" val="picTxt"/>
  <p:tag name="KSO_WM_SLIDE_SIZE" val="865*444"/>
  <p:tag name="KSO_WM_SLIDE_POSITION" val="47*47"/>
  <p:tag name="KSO_WM_SLIDE_LAYOUT" val="a_β"/>
  <p:tag name="KSO_WM_SLIDE_LAYOUT_CNT" val="1_1"/>
  <p:tag name="KSO_WM_SPECIAL_SOURCE" val="bdnull"/>
</p:tagLst>
</file>

<file path=ppt/tags/tag36.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20235626_1*a*1"/>
  <p:tag name="KSO_WM_TEMPLATE_CATEGORY" val="custom"/>
  <p:tag name="KSO_WM_TEMPLATE_INDEX" val="20235626"/>
  <p:tag name="KSO_WM_UNIT_LAYERLEVEL" val="1"/>
  <p:tag name="KSO_WM_TAG_VERSION" val="3.0"/>
  <p:tag name="KSO_WM_BEAUTIFY_FLAG" val="#wm#"/>
  <p:tag name="KSO_WM_UNIT_VALUE" val="30"/>
  <p:tag name="KSO_WM_UNIT_PRESET_TEXT" val="单击此处添加标题"/>
  <p:tag name="KSO_WM_UNIT_TEXT_TYPE" val="1"/>
</p:tagLst>
</file>

<file path=ppt/tags/tag37.xml><?xml version="1.0" encoding="utf-8"?>
<p:tagLst xmlns:p="http://schemas.openxmlformats.org/presentationml/2006/main">
  <p:tag name="KSO_WM_SLIDE_ID" val="custom20235626_1"/>
  <p:tag name="KSO_WM_TEMPLATE_SUBCATEGORY" val="0"/>
  <p:tag name="KSO_WM_TEMPLATE_MASTER_TYPE" val="0"/>
  <p:tag name="KSO_WM_TEMPLATE_COLOR_TYPE" val="0"/>
  <p:tag name="KSO_WM_SLIDE_ITEM_CNT" val="0"/>
  <p:tag name="KSO_WM_SLIDE_INDEX" val="1"/>
  <p:tag name="KSO_WM_TAG_VERSION" val="3.0"/>
  <p:tag name="KSO_WM_BEAUTIFY_FLAG" val="#wm#"/>
  <p:tag name="KSO_WM_TEMPLATE_CATEGORY" val="custom"/>
  <p:tag name="KSO_WM_TEMPLATE_INDEX" val="20235626"/>
  <p:tag name="KSO_WM_SLIDE_TYPE" val="text"/>
  <p:tag name="KSO_WM_SLIDE_SUBTYPE" val="picTxt"/>
  <p:tag name="KSO_WM_SLIDE_SIZE" val="865*444"/>
  <p:tag name="KSO_WM_SLIDE_POSITION" val="47*47"/>
  <p:tag name="KSO_WM_SLIDE_LAYOUT" val="a_β"/>
  <p:tag name="KSO_WM_SLIDE_LAYOUT_CNT" val="1_1"/>
  <p:tag name="KSO_WM_SPECIAL_SOURCE" val="bdnull"/>
</p:tagLst>
</file>

<file path=ppt/tags/tag38.xml><?xml version="1.0" encoding="utf-8"?>
<p:tagLst xmlns:p="http://schemas.openxmlformats.org/presentationml/2006/main">
  <p:tag name="ISLIDE.DIAGRAM" val="#950674;"/>
</p:tagLst>
</file>

<file path=ppt/tags/tag39.xml><?xml version="1.0" encoding="utf-8"?>
<p:tagLst xmlns:p="http://schemas.openxmlformats.org/presentationml/2006/main">
  <p:tag name="ISLIDE.DIAGRAM" val="#950674;"/>
</p:tagLst>
</file>

<file path=ppt/tags/tag40.xml><?xml version="1.0" encoding="utf-8"?>
<p:tagLst xmlns:p="http://schemas.openxmlformats.org/presentationml/2006/main">
  <p:tag name="resource_record_key" val="{&quot;29&quot;:[50000213,50000076]}"/>
</p:tagLst>
</file>

<file path=ppt/theme/theme1.xml><?xml version="1.0" encoding="utf-8"?>
<a:theme xmlns:a="http://schemas.openxmlformats.org/drawingml/2006/main" name="themepage">
  <a:themeElements>
    <a:clrScheme name="自定义 2">
      <a:dk1>
        <a:sysClr val="windowText" lastClr="000000"/>
      </a:dk1>
      <a:lt1>
        <a:sysClr val="window" lastClr="FFFFFF"/>
      </a:lt1>
      <a:dk2>
        <a:srgbClr val="44546A"/>
      </a:dk2>
      <a:lt2>
        <a:srgbClr val="E7E6E6"/>
      </a:lt2>
      <a:accent1>
        <a:srgbClr val="0D3273"/>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a:solidFill>
            <a:schemeClr val="bg1">
              <a:lumMod val="50000"/>
            </a:schemeClr>
          </a:solidFill>
          <a:tailEnd type="triangle"/>
        </a:ln>
      </a:spPr>
      <a:bodyPr/>
      <a:lstStyle/>
      <a:style>
        <a:lnRef idx="1">
          <a:schemeClr val="accent1"/>
        </a:lnRef>
        <a:fillRef idx="0">
          <a:schemeClr val="accent1"/>
        </a:fillRef>
        <a:effectRef idx="0">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12013</Words>
  <Application>WPS 演示</Application>
  <PresentationFormat>宽屏</PresentationFormat>
  <Paragraphs>524</Paragraphs>
  <Slides>28</Slides>
  <Notes>3</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28</vt:i4>
      </vt:variant>
    </vt:vector>
  </HeadingPairs>
  <TitlesOfParts>
    <vt:vector size="38" baseType="lpstr">
      <vt:lpstr>Arial</vt:lpstr>
      <vt:lpstr>宋体</vt:lpstr>
      <vt:lpstr>Wingdings</vt:lpstr>
      <vt:lpstr>微软雅黑</vt:lpstr>
      <vt:lpstr>Calibri</vt:lpstr>
      <vt:lpstr>Arial Unicode MS</vt:lpstr>
      <vt:lpstr>等线</vt:lpstr>
      <vt:lpstr>Open Sans</vt:lpstr>
      <vt:lpstr>JetBrainsMono NF</vt:lpstr>
      <vt:lpstr>themepage</vt:lpstr>
      <vt:lpstr>PowerPoint 演示文稿</vt:lpstr>
      <vt:lpstr>Brief Introduction</vt:lpstr>
      <vt:lpstr>Our Innovation</vt:lpstr>
      <vt:lpstr>PowerPoint 演示文稿</vt:lpstr>
      <vt:lpstr>PowerPoint 演示文稿</vt:lpstr>
      <vt:lpstr>Design Process</vt:lpstr>
      <vt:lpstr>Hardware Architecture</vt:lpstr>
      <vt:lpstr>PowerPoint 演示文稿</vt:lpstr>
      <vt:lpstr>LiDAR Module (LidarModule.h) </vt:lpstr>
      <vt:lpstr>Motor Control Module (MotorControl.h)</vt:lpstr>
      <vt:lpstr>Encoder Odometry Module (EncoderModule.h)</vt:lpstr>
      <vt:lpstr>IMU Data Processing (im948_CMD.h)</vt:lpstr>
      <vt:lpstr>PowerPoint 演示文稿</vt:lpstr>
      <vt:lpstr>Role Split: STM32 vs Python</vt:lpstr>
      <vt:lpstr>Layered Data Flow Pipeline</vt:lpstr>
      <vt:lpstr>Lightweight Packet Blueprint</vt:lpstr>
      <vt:lpstr>Realtime &amp; Sync Tactics</vt:lpstr>
      <vt:lpstr>PowerPoint 演示文稿</vt:lpstr>
      <vt:lpstr>Visualizer Engine Architecture</vt:lpstr>
      <vt:lpstr>SLAM Algorithm (SimpleGridSLAM Class)</vt:lpstr>
      <vt:lpstr>Frontier Detection &amp; Selection Logic</vt:lpstr>
      <vt:lpstr>Frontier Detection &amp; Selection: Detailed Explanation</vt:lpstr>
      <vt:lpstr>PowerPoint 演示文稿</vt:lpstr>
      <vt:lpstr>System integration and optimization</vt:lpstr>
      <vt:lpstr>PowerPoint 演示文稿</vt:lpstr>
      <vt:lpstr>PowerPoint 演示文稿</vt:lpstr>
      <vt:lpstr>System integration and optimization</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论文答辩报告</dc:title>
  <dc:creator>辉强 林</dc:creator>
  <cp:lastModifiedBy>Devin</cp:lastModifiedBy>
  <cp:revision>28</cp:revision>
  <dcterms:created xsi:type="dcterms:W3CDTF">2025-10-22T12:51:00Z</dcterms:created>
  <dcterms:modified xsi:type="dcterms:W3CDTF">2025-10-23T08:10:50Z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9FE455D62D014D46BFF799F850E7E09D_13</vt:lpwstr>
  </property>
  <property fmtid="{D5CDD505-2E9C-101B-9397-08002B2CF9AE}" pid="3" name="KSOProductBuildVer">
    <vt:lpwstr>2052-12.1.0.23125</vt:lpwstr>
  </property>
</Properties>
</file>